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4"/>
  </p:sldMasterIdLst>
  <p:notesMasterIdLst>
    <p:notesMasterId r:id="rId14"/>
  </p:notesMasterIdLst>
  <p:handoutMasterIdLst>
    <p:handoutMasterId r:id="rId15"/>
  </p:handoutMasterIdLst>
  <p:sldIdLst>
    <p:sldId id="320" r:id="rId5"/>
    <p:sldId id="325" r:id="rId6"/>
    <p:sldId id="268" r:id="rId7"/>
    <p:sldId id="315" r:id="rId8"/>
    <p:sldId id="317" r:id="rId9"/>
    <p:sldId id="327" r:id="rId10"/>
    <p:sldId id="328" r:id="rId11"/>
    <p:sldId id="260" r:id="rId12"/>
    <p:sldId id="32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5A6E6E"/>
    <a:srgbClr val="68598D"/>
    <a:srgbClr val="FFFFFF"/>
    <a:srgbClr val="7E7F9E"/>
    <a:srgbClr val="646C92"/>
    <a:srgbClr val="5A6B76"/>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49BF0C-5C9B-40A0-BE93-F3E463C9DB90}" v="1220" dt="2024-07-14T21:29:22.914"/>
  </p1510:revLst>
</p1510:revInfo>
</file>

<file path=ppt/tableStyles.xml><?xml version="1.0" encoding="utf-8"?>
<a:tblStyleLst xmlns:a="http://schemas.openxmlformats.org/drawingml/2006/main" def="{0505E3EF-67EA-436B-97B2-0124C06EBD2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06" autoAdjust="0"/>
    <p:restoredTop sz="95660" autoAdjust="0"/>
  </p:normalViewPr>
  <p:slideViewPr>
    <p:cSldViewPr snapToGrid="0">
      <p:cViewPr varScale="1">
        <p:scale>
          <a:sx n="78" d="100"/>
          <a:sy n="78" d="100"/>
        </p:scale>
        <p:origin x="653" y="72"/>
      </p:cViewPr>
      <p:guideLst/>
    </p:cSldViewPr>
  </p:slideViewPr>
  <p:outlineViewPr>
    <p:cViewPr>
      <p:scale>
        <a:sx n="33" d="100"/>
        <a:sy n="33" d="100"/>
      </p:scale>
      <p:origin x="0" y="-4464"/>
    </p:cViewPr>
  </p:outlineViewPr>
  <p:notesTextViewPr>
    <p:cViewPr>
      <p:scale>
        <a:sx n="1" d="1"/>
        <a:sy n="1" d="1"/>
      </p:scale>
      <p:origin x="0" y="0"/>
    </p:cViewPr>
  </p:notesTextViewPr>
  <p:sorterViewPr>
    <p:cViewPr varScale="1">
      <p:scale>
        <a:sx n="1" d="1"/>
        <a:sy n="1" d="1"/>
      </p:scale>
      <p:origin x="0" y="-3149"/>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yla hallumi" userId="a06e584fc22946d9" providerId="LiveId" clId="{4F49BF0C-5C9B-40A0-BE93-F3E463C9DB90}"/>
    <pc:docChg chg="undo custSel addSld delSld modSld sldOrd">
      <pc:chgData name="layla hallumi" userId="a06e584fc22946d9" providerId="LiveId" clId="{4F49BF0C-5C9B-40A0-BE93-F3E463C9DB90}" dt="2024-07-14T21:29:22.914" v="2382" actId="20577"/>
      <pc:docMkLst>
        <pc:docMk/>
      </pc:docMkLst>
      <pc:sldChg chg="addSp delSp modSp del mod modTransition delAnim modAnim">
        <pc:chgData name="layla hallumi" userId="a06e584fc22946d9" providerId="LiveId" clId="{4F49BF0C-5C9B-40A0-BE93-F3E463C9DB90}" dt="2024-07-11T16:16:45.320" v="980" actId="47"/>
        <pc:sldMkLst>
          <pc:docMk/>
          <pc:sldMk cId="1325608595" sldId="257"/>
        </pc:sldMkLst>
        <pc:spChg chg="mod">
          <ac:chgData name="layla hallumi" userId="a06e584fc22946d9" providerId="LiveId" clId="{4F49BF0C-5C9B-40A0-BE93-F3E463C9DB90}" dt="2024-07-08T20:46:25.921" v="623" actId="1076"/>
          <ac:spMkLst>
            <pc:docMk/>
            <pc:sldMk cId="1325608595" sldId="257"/>
            <ac:spMk id="2" creationId="{912DF434-28DB-4621-A497-D62C41CE0419}"/>
          </ac:spMkLst>
        </pc:spChg>
        <pc:spChg chg="add del mod">
          <ac:chgData name="layla hallumi" userId="a06e584fc22946d9" providerId="LiveId" clId="{4F49BF0C-5C9B-40A0-BE93-F3E463C9DB90}" dt="2024-07-11T16:16:43.096" v="979" actId="478"/>
          <ac:spMkLst>
            <pc:docMk/>
            <pc:sldMk cId="1325608595" sldId="257"/>
            <ac:spMk id="3" creationId="{22788C46-D0BC-4307-AE55-7601A139E7CB}"/>
          </ac:spMkLst>
        </pc:spChg>
        <pc:spChg chg="add del">
          <ac:chgData name="layla hallumi" userId="a06e584fc22946d9" providerId="LiveId" clId="{4F49BF0C-5C9B-40A0-BE93-F3E463C9DB90}" dt="2024-07-08T20:45:28.013" v="611" actId="478"/>
          <ac:spMkLst>
            <pc:docMk/>
            <pc:sldMk cId="1325608595" sldId="257"/>
            <ac:spMk id="4" creationId="{96B4AE30-2DED-9A0C-0B4F-8DAB891BCD65}"/>
          </ac:spMkLst>
        </pc:spChg>
        <pc:spChg chg="add mod">
          <ac:chgData name="layla hallumi" userId="a06e584fc22946d9" providerId="LiveId" clId="{4F49BF0C-5C9B-40A0-BE93-F3E463C9DB90}" dt="2024-07-08T20:45:22.314" v="608" actId="478"/>
          <ac:spMkLst>
            <pc:docMk/>
            <pc:sldMk cId="1325608595" sldId="257"/>
            <ac:spMk id="5" creationId="{77FA2666-B0ED-365E-A2B0-8DD4C5A6F8B3}"/>
          </ac:spMkLst>
        </pc:spChg>
        <pc:spChg chg="add del mod">
          <ac:chgData name="layla hallumi" userId="a06e584fc22946d9" providerId="LiveId" clId="{4F49BF0C-5C9B-40A0-BE93-F3E463C9DB90}" dt="2024-07-11T16:16:38.802" v="978" actId="478"/>
          <ac:spMkLst>
            <pc:docMk/>
            <pc:sldMk cId="1325608595" sldId="257"/>
            <ac:spMk id="5" creationId="{9D9096D2-61B5-1637-0704-12C249662358}"/>
          </ac:spMkLst>
        </pc:spChg>
        <pc:spChg chg="add mod">
          <ac:chgData name="layla hallumi" userId="a06e584fc22946d9" providerId="LiveId" clId="{4F49BF0C-5C9B-40A0-BE93-F3E463C9DB90}" dt="2024-07-08T20:45:26.670" v="610" actId="478"/>
          <ac:spMkLst>
            <pc:docMk/>
            <pc:sldMk cId="1325608595" sldId="257"/>
            <ac:spMk id="6" creationId="{2657B0F6-5C4E-8147-7BAD-177067D33CBE}"/>
          </ac:spMkLst>
        </pc:spChg>
        <pc:spChg chg="add">
          <ac:chgData name="layla hallumi" userId="a06e584fc22946d9" providerId="LiveId" clId="{4F49BF0C-5C9B-40A0-BE93-F3E463C9DB90}" dt="2024-07-08T20:45:30.174" v="612"/>
          <ac:spMkLst>
            <pc:docMk/>
            <pc:sldMk cId="1325608595" sldId="257"/>
            <ac:spMk id="7" creationId="{749D2A2F-AEBF-00B6-61D3-B3FB9838A441}"/>
          </ac:spMkLst>
        </pc:spChg>
        <pc:spChg chg="add mod">
          <ac:chgData name="layla hallumi" userId="a06e584fc22946d9" providerId="LiveId" clId="{4F49BF0C-5C9B-40A0-BE93-F3E463C9DB90}" dt="2024-07-11T16:16:43.096" v="979" actId="478"/>
          <ac:spMkLst>
            <pc:docMk/>
            <pc:sldMk cId="1325608595" sldId="257"/>
            <ac:spMk id="7" creationId="{A991938D-CFA7-6684-596B-A7FAD59CE411}"/>
          </ac:spMkLst>
        </pc:spChg>
        <pc:picChg chg="del mod">
          <ac:chgData name="layla hallumi" userId="a06e584fc22946d9" providerId="LiveId" clId="{4F49BF0C-5C9B-40A0-BE93-F3E463C9DB90}" dt="2024-07-11T16:16:34.168" v="977" actId="21"/>
          <ac:picMkLst>
            <pc:docMk/>
            <pc:sldMk cId="1325608595" sldId="257"/>
            <ac:picMk id="18" creationId="{EA3B7AFC-AAF1-6309-E87A-F630716B8D8E}"/>
          </ac:picMkLst>
        </pc:picChg>
      </pc:sldChg>
      <pc:sldChg chg="modSp mod modTransition modAnim">
        <pc:chgData name="layla hallumi" userId="a06e584fc22946d9" providerId="LiveId" clId="{4F49BF0C-5C9B-40A0-BE93-F3E463C9DB90}" dt="2024-07-14T14:58:27.392" v="1623" actId="20577"/>
        <pc:sldMkLst>
          <pc:docMk/>
          <pc:sldMk cId="4212917468" sldId="260"/>
        </pc:sldMkLst>
        <pc:spChg chg="mod">
          <ac:chgData name="layla hallumi" userId="a06e584fc22946d9" providerId="LiveId" clId="{4F49BF0C-5C9B-40A0-BE93-F3E463C9DB90}" dt="2024-07-14T14:58:27.392" v="1623" actId="20577"/>
          <ac:spMkLst>
            <pc:docMk/>
            <pc:sldMk cId="4212917468" sldId="260"/>
            <ac:spMk id="9" creationId="{FED9ECAC-DBF3-B431-7F70-287EBCC1F2DB}"/>
          </ac:spMkLst>
        </pc:spChg>
        <pc:spChg chg="mod">
          <ac:chgData name="layla hallumi" userId="a06e584fc22946d9" providerId="LiveId" clId="{4F49BF0C-5C9B-40A0-BE93-F3E463C9DB90}" dt="2024-07-08T21:20:50.335" v="830" actId="20577"/>
          <ac:spMkLst>
            <pc:docMk/>
            <pc:sldMk cId="4212917468" sldId="260"/>
            <ac:spMk id="12" creationId="{B038B15D-31FA-B2F2-520A-77F9F3DA1198}"/>
          </ac:spMkLst>
        </pc:spChg>
      </pc:sldChg>
      <pc:sldChg chg="modSp del mod modTransition modAnim">
        <pc:chgData name="layla hallumi" userId="a06e584fc22946d9" providerId="LiveId" clId="{4F49BF0C-5C9B-40A0-BE93-F3E463C9DB90}" dt="2024-07-14T14:08:38.520" v="1560" actId="47"/>
        <pc:sldMkLst>
          <pc:docMk/>
          <pc:sldMk cId="445070695" sldId="267"/>
        </pc:sldMkLst>
        <pc:spChg chg="mod">
          <ac:chgData name="layla hallumi" userId="a06e584fc22946d9" providerId="LiveId" clId="{4F49BF0C-5C9B-40A0-BE93-F3E463C9DB90}" dt="2024-07-08T20:47:07.374" v="637" actId="1076"/>
          <ac:spMkLst>
            <pc:docMk/>
            <pc:sldMk cId="445070695" sldId="267"/>
            <ac:spMk id="2" creationId="{42D1A202-23A3-4F3A-AA92-0172C8D2DA06}"/>
          </ac:spMkLst>
        </pc:spChg>
        <pc:spChg chg="mod">
          <ac:chgData name="layla hallumi" userId="a06e584fc22946d9" providerId="LiveId" clId="{4F49BF0C-5C9B-40A0-BE93-F3E463C9DB90}" dt="2024-07-08T21:18:34.892" v="825" actId="1076"/>
          <ac:spMkLst>
            <pc:docMk/>
            <pc:sldMk cId="445070695" sldId="267"/>
            <ac:spMk id="3" creationId="{7B943E7C-A74D-4CB3-844B-51917C88C95F}"/>
          </ac:spMkLst>
        </pc:spChg>
      </pc:sldChg>
      <pc:sldChg chg="addSp delSp modSp mod modTransition modAnim">
        <pc:chgData name="layla hallumi" userId="a06e584fc22946d9" providerId="LiveId" clId="{4F49BF0C-5C9B-40A0-BE93-F3E463C9DB90}" dt="2024-07-14T21:29:22.914" v="2382" actId="20577"/>
        <pc:sldMkLst>
          <pc:docMk/>
          <pc:sldMk cId="3103683689" sldId="268"/>
        </pc:sldMkLst>
        <pc:spChg chg="add del">
          <ac:chgData name="layla hallumi" userId="a06e584fc22946d9" providerId="LiveId" clId="{4F49BF0C-5C9B-40A0-BE93-F3E463C9DB90}" dt="2024-07-08T19:43:46.055" v="49" actId="478"/>
          <ac:spMkLst>
            <pc:docMk/>
            <pc:sldMk cId="3103683689" sldId="268"/>
            <ac:spMk id="2" creationId="{E1EC0E8A-AA27-9390-EDE5-FE17A0A02460}"/>
          </ac:spMkLst>
        </pc:spChg>
        <pc:spChg chg="add del mod">
          <ac:chgData name="layla hallumi" userId="a06e584fc22946d9" providerId="LiveId" clId="{4F49BF0C-5C9B-40A0-BE93-F3E463C9DB90}" dt="2024-07-14T21:29:22.914" v="2382" actId="20577"/>
          <ac:spMkLst>
            <pc:docMk/>
            <pc:sldMk cId="3103683689" sldId="268"/>
            <ac:spMk id="3" creationId="{BABC2CE0-8806-4B2A-A10A-32984D317434}"/>
          </ac:spMkLst>
        </pc:spChg>
        <pc:spChg chg="mod">
          <ac:chgData name="layla hallumi" userId="a06e584fc22946d9" providerId="LiveId" clId="{4F49BF0C-5C9B-40A0-BE93-F3E463C9DB90}" dt="2024-07-08T19:46:32.621" v="71" actId="1076"/>
          <ac:spMkLst>
            <pc:docMk/>
            <pc:sldMk cId="3103683689" sldId="268"/>
            <ac:spMk id="4" creationId="{C1DDD8F5-D718-A169-AF84-ADFF8525E608}"/>
          </ac:spMkLst>
        </pc:spChg>
        <pc:spChg chg="add mod">
          <ac:chgData name="layla hallumi" userId="a06e584fc22946d9" providerId="LiveId" clId="{4F49BF0C-5C9B-40A0-BE93-F3E463C9DB90}" dt="2024-07-08T19:43:44.134" v="48" actId="478"/>
          <ac:spMkLst>
            <pc:docMk/>
            <pc:sldMk cId="3103683689" sldId="268"/>
            <ac:spMk id="6" creationId="{53CC8676-3D56-117D-92C8-F5504DBDAC1A}"/>
          </ac:spMkLst>
        </pc:spChg>
        <pc:spChg chg="add del">
          <ac:chgData name="layla hallumi" userId="a06e584fc22946d9" providerId="LiveId" clId="{4F49BF0C-5C9B-40A0-BE93-F3E463C9DB90}" dt="2024-07-08T19:43:55.070" v="52" actId="478"/>
          <ac:spMkLst>
            <pc:docMk/>
            <pc:sldMk cId="3103683689" sldId="268"/>
            <ac:spMk id="7" creationId="{CE1F23B3-9526-C831-B378-379772A6E34E}"/>
          </ac:spMkLst>
        </pc:spChg>
        <pc:spChg chg="add mod">
          <ac:chgData name="layla hallumi" userId="a06e584fc22946d9" providerId="LiveId" clId="{4F49BF0C-5C9B-40A0-BE93-F3E463C9DB90}" dt="2024-07-08T19:43:53.377" v="51" actId="478"/>
          <ac:spMkLst>
            <pc:docMk/>
            <pc:sldMk cId="3103683689" sldId="268"/>
            <ac:spMk id="8" creationId="{2F6F7863-88A4-9EA4-D438-5A61E391C4B6}"/>
          </ac:spMkLst>
        </pc:spChg>
        <pc:spChg chg="add del">
          <ac:chgData name="layla hallumi" userId="a06e584fc22946d9" providerId="LiveId" clId="{4F49BF0C-5C9B-40A0-BE93-F3E463C9DB90}" dt="2024-07-08T19:44:47.234" v="63" actId="478"/>
          <ac:spMkLst>
            <pc:docMk/>
            <pc:sldMk cId="3103683689" sldId="268"/>
            <ac:spMk id="9" creationId="{5133B335-9235-F80E-05A9-EEF9DBFC13A2}"/>
          </ac:spMkLst>
        </pc:spChg>
        <pc:spChg chg="add del mod">
          <ac:chgData name="layla hallumi" userId="a06e584fc22946d9" providerId="LiveId" clId="{4F49BF0C-5C9B-40A0-BE93-F3E463C9DB90}" dt="2024-07-08T19:44:46.947" v="62"/>
          <ac:spMkLst>
            <pc:docMk/>
            <pc:sldMk cId="3103683689" sldId="268"/>
            <ac:spMk id="10" creationId="{CD666942-85AC-63A4-D960-926859CD319E}"/>
          </ac:spMkLst>
        </pc:spChg>
        <pc:spChg chg="add del mod">
          <ac:chgData name="layla hallumi" userId="a06e584fc22946d9" providerId="LiveId" clId="{4F49BF0C-5C9B-40A0-BE93-F3E463C9DB90}" dt="2024-07-08T19:44:46.947" v="62"/>
          <ac:spMkLst>
            <pc:docMk/>
            <pc:sldMk cId="3103683689" sldId="268"/>
            <ac:spMk id="11" creationId="{0A49177F-6AD7-1A09-C2DD-4CE84279798F}"/>
          </ac:spMkLst>
        </pc:spChg>
        <pc:spChg chg="add mod">
          <ac:chgData name="layla hallumi" userId="a06e584fc22946d9" providerId="LiveId" clId="{4F49BF0C-5C9B-40A0-BE93-F3E463C9DB90}" dt="2024-07-08T19:44:44.755" v="59" actId="478"/>
          <ac:spMkLst>
            <pc:docMk/>
            <pc:sldMk cId="3103683689" sldId="268"/>
            <ac:spMk id="12" creationId="{535C2FF1-3BA2-AA15-FD18-66F3ECB2BBC9}"/>
          </ac:spMkLst>
        </pc:spChg>
      </pc:sldChg>
      <pc:sldChg chg="addSp delSp modSp del mod modTransition">
        <pc:chgData name="layla hallumi" userId="a06e584fc22946d9" providerId="LiveId" clId="{4F49BF0C-5C9B-40A0-BE93-F3E463C9DB90}" dt="2024-07-14T14:08:42.564" v="1562" actId="47"/>
        <pc:sldMkLst>
          <pc:docMk/>
          <pc:sldMk cId="1944867559" sldId="313"/>
        </pc:sldMkLst>
        <pc:spChg chg="del mod">
          <ac:chgData name="layla hallumi" userId="a06e584fc22946d9" providerId="LiveId" clId="{4F49BF0C-5C9B-40A0-BE93-F3E463C9DB90}" dt="2024-07-11T16:26:05.350" v="1154" actId="26606"/>
          <ac:spMkLst>
            <pc:docMk/>
            <pc:sldMk cId="1944867559" sldId="313"/>
            <ac:spMk id="2" creationId="{C3957EAB-1A32-A2FE-6656-37F9DA322CC7}"/>
          </ac:spMkLst>
        </pc:spChg>
        <pc:spChg chg="mod">
          <ac:chgData name="layla hallumi" userId="a06e584fc22946d9" providerId="LiveId" clId="{4F49BF0C-5C9B-40A0-BE93-F3E463C9DB90}" dt="2024-07-11T16:27:48.383" v="1166" actId="1076"/>
          <ac:spMkLst>
            <pc:docMk/>
            <pc:sldMk cId="1944867559" sldId="313"/>
            <ac:spMk id="3" creationId="{F3D291F2-4F3B-9988-830C-3A03B6B27807}"/>
          </ac:spMkLst>
        </pc:spChg>
        <pc:spChg chg="add del">
          <ac:chgData name="layla hallumi" userId="a06e584fc22946d9" providerId="LiveId" clId="{4F49BF0C-5C9B-40A0-BE93-F3E463C9DB90}" dt="2024-07-11T16:26:04.562" v="1151" actId="26606"/>
          <ac:spMkLst>
            <pc:docMk/>
            <pc:sldMk cId="1944867559" sldId="313"/>
            <ac:spMk id="9" creationId="{C279C8A1-C4E4-4DE9-934E-91221AC99393}"/>
          </ac:spMkLst>
        </pc:spChg>
        <pc:spChg chg="add del">
          <ac:chgData name="layla hallumi" userId="a06e584fc22946d9" providerId="LiveId" clId="{4F49BF0C-5C9B-40A0-BE93-F3E463C9DB90}" dt="2024-07-11T16:25:58.191" v="1147" actId="26606"/>
          <ac:spMkLst>
            <pc:docMk/>
            <pc:sldMk cId="1944867559" sldId="313"/>
            <ac:spMk id="10" creationId="{3268346D-5E77-4906-AC8D-57FB88F111CD}"/>
          </ac:spMkLst>
        </pc:spChg>
        <pc:spChg chg="add del">
          <ac:chgData name="layla hallumi" userId="a06e584fc22946d9" providerId="LiveId" clId="{4F49BF0C-5C9B-40A0-BE93-F3E463C9DB90}" dt="2024-07-11T16:25:58.191" v="1147" actId="26606"/>
          <ac:spMkLst>
            <pc:docMk/>
            <pc:sldMk cId="1944867559" sldId="313"/>
            <ac:spMk id="12" creationId="{4168C6BE-41CC-4C4D-850F-F82321AE7B18}"/>
          </ac:spMkLst>
        </pc:spChg>
        <pc:spChg chg="add del">
          <ac:chgData name="layla hallumi" userId="a06e584fc22946d9" providerId="LiveId" clId="{4F49BF0C-5C9B-40A0-BE93-F3E463C9DB90}" dt="2024-07-11T16:26:05.324" v="1153" actId="26606"/>
          <ac:spMkLst>
            <pc:docMk/>
            <pc:sldMk cId="1944867559" sldId="313"/>
            <ac:spMk id="13" creationId="{3268346D-5E77-4906-AC8D-57FB88F111CD}"/>
          </ac:spMkLst>
        </pc:spChg>
        <pc:spChg chg="add del">
          <ac:chgData name="layla hallumi" userId="a06e584fc22946d9" providerId="LiveId" clId="{4F49BF0C-5C9B-40A0-BE93-F3E463C9DB90}" dt="2024-07-11T16:25:59.437" v="1149" actId="26606"/>
          <ac:spMkLst>
            <pc:docMk/>
            <pc:sldMk cId="1944867559" sldId="313"/>
            <ac:spMk id="16" creationId="{3268346D-5E77-4906-AC8D-57FB88F111CD}"/>
          </ac:spMkLst>
        </pc:spChg>
        <pc:spChg chg="add del">
          <ac:chgData name="layla hallumi" userId="a06e584fc22946d9" providerId="LiveId" clId="{4F49BF0C-5C9B-40A0-BE93-F3E463C9DB90}" dt="2024-07-11T16:25:59.437" v="1149" actId="26606"/>
          <ac:spMkLst>
            <pc:docMk/>
            <pc:sldMk cId="1944867559" sldId="313"/>
            <ac:spMk id="17" creationId="{4168C6BE-41CC-4C4D-850F-F82321AE7B18}"/>
          </ac:spMkLst>
        </pc:spChg>
        <pc:spChg chg="add">
          <ac:chgData name="layla hallumi" userId="a06e584fc22946d9" providerId="LiveId" clId="{4F49BF0C-5C9B-40A0-BE93-F3E463C9DB90}" dt="2024-07-11T16:26:05.350" v="1154" actId="26606"/>
          <ac:spMkLst>
            <pc:docMk/>
            <pc:sldMk cId="1944867559" sldId="313"/>
            <ac:spMk id="22" creationId="{EEE96A74-B62B-4642-AB22-7776A5F48CE7}"/>
          </ac:spMkLst>
        </pc:spChg>
        <pc:graphicFrameChg chg="add mod">
          <ac:chgData name="layla hallumi" userId="a06e584fc22946d9" providerId="LiveId" clId="{4F49BF0C-5C9B-40A0-BE93-F3E463C9DB90}" dt="2024-07-11T16:37:13.137" v="1264" actId="207"/>
          <ac:graphicFrameMkLst>
            <pc:docMk/>
            <pc:sldMk cId="1944867559" sldId="313"/>
            <ac:graphicFrameMk id="24" creationId="{4DE15630-1BCA-F589-C97A-0BD020028DA7}"/>
          </ac:graphicFrameMkLst>
        </pc:graphicFrameChg>
        <pc:picChg chg="add del">
          <ac:chgData name="layla hallumi" userId="a06e584fc22946d9" providerId="LiveId" clId="{4F49BF0C-5C9B-40A0-BE93-F3E463C9DB90}" dt="2024-07-11T16:26:04.562" v="1151" actId="26606"/>
          <ac:picMkLst>
            <pc:docMk/>
            <pc:sldMk cId="1944867559" sldId="313"/>
            <ac:picMk id="5" creationId="{78565FF7-525F-B28E-D362-3531779623D6}"/>
          </ac:picMkLst>
        </pc:picChg>
        <pc:picChg chg="add del">
          <ac:chgData name="layla hallumi" userId="a06e584fc22946d9" providerId="LiveId" clId="{4F49BF0C-5C9B-40A0-BE93-F3E463C9DB90}" dt="2024-07-11T16:25:58.191" v="1147" actId="26606"/>
          <ac:picMkLst>
            <pc:docMk/>
            <pc:sldMk cId="1944867559" sldId="313"/>
            <ac:picMk id="7" creationId="{CEB82844-9ACA-B09E-24CD-A1345F97828B}"/>
          </ac:picMkLst>
        </pc:picChg>
        <pc:picChg chg="add del">
          <ac:chgData name="layla hallumi" userId="a06e584fc22946d9" providerId="LiveId" clId="{4F49BF0C-5C9B-40A0-BE93-F3E463C9DB90}" dt="2024-07-11T16:26:05.324" v="1153" actId="26606"/>
          <ac:picMkLst>
            <pc:docMk/>
            <pc:sldMk cId="1944867559" sldId="313"/>
            <ac:picMk id="15" creationId="{6211A0AA-8689-4339-81DA-201FB17E15C6}"/>
          </ac:picMkLst>
        </pc:picChg>
        <pc:picChg chg="add del">
          <ac:chgData name="layla hallumi" userId="a06e584fc22946d9" providerId="LiveId" clId="{4F49BF0C-5C9B-40A0-BE93-F3E463C9DB90}" dt="2024-07-11T16:25:59.437" v="1149" actId="26606"/>
          <ac:picMkLst>
            <pc:docMk/>
            <pc:sldMk cId="1944867559" sldId="313"/>
            <ac:picMk id="18" creationId="{DFF86CB2-1224-1CE5-4C31-F44B09E969F7}"/>
          </ac:picMkLst>
        </pc:picChg>
        <pc:cxnChg chg="add del">
          <ac:chgData name="layla hallumi" userId="a06e584fc22946d9" providerId="LiveId" clId="{4F49BF0C-5C9B-40A0-BE93-F3E463C9DB90}" dt="2024-07-11T16:26:04.562" v="1151" actId="26606"/>
          <ac:cxnSpMkLst>
            <pc:docMk/>
            <pc:sldMk cId="1944867559" sldId="313"/>
            <ac:cxnSpMk id="11" creationId="{26C7ED5D-77C4-4564-8B1A-E55609CF44C4}"/>
          </ac:cxnSpMkLst>
        </pc:cxnChg>
        <pc:cxnChg chg="add del">
          <ac:chgData name="layla hallumi" userId="a06e584fc22946d9" providerId="LiveId" clId="{4F49BF0C-5C9B-40A0-BE93-F3E463C9DB90}" dt="2024-07-11T16:25:58.191" v="1147" actId="26606"/>
          <ac:cxnSpMkLst>
            <pc:docMk/>
            <pc:sldMk cId="1944867559" sldId="313"/>
            <ac:cxnSpMk id="14" creationId="{4CBC1FDF-AE13-4731-B38F-2761BDFDBB0E}"/>
          </ac:cxnSpMkLst>
        </pc:cxnChg>
        <pc:cxnChg chg="add del">
          <ac:chgData name="layla hallumi" userId="a06e584fc22946d9" providerId="LiveId" clId="{4F49BF0C-5C9B-40A0-BE93-F3E463C9DB90}" dt="2024-07-11T16:25:59.437" v="1149" actId="26606"/>
          <ac:cxnSpMkLst>
            <pc:docMk/>
            <pc:sldMk cId="1944867559" sldId="313"/>
            <ac:cxnSpMk id="19" creationId="{4CBC1FDF-AE13-4731-B38F-2761BDFDBB0E}"/>
          </ac:cxnSpMkLst>
        </pc:cxnChg>
        <pc:cxnChg chg="add del">
          <ac:chgData name="layla hallumi" userId="a06e584fc22946d9" providerId="LiveId" clId="{4F49BF0C-5C9B-40A0-BE93-F3E463C9DB90}" dt="2024-07-11T16:26:05.324" v="1153" actId="26606"/>
          <ac:cxnSpMkLst>
            <pc:docMk/>
            <pc:sldMk cId="1944867559" sldId="313"/>
            <ac:cxnSpMk id="20" creationId="{4CBC1FDF-AE13-4731-B38F-2761BDFDBB0E}"/>
          </ac:cxnSpMkLst>
        </pc:cxnChg>
        <pc:cxnChg chg="add">
          <ac:chgData name="layla hallumi" userId="a06e584fc22946d9" providerId="LiveId" clId="{4F49BF0C-5C9B-40A0-BE93-F3E463C9DB90}" dt="2024-07-11T16:26:05.350" v="1154" actId="26606"/>
          <ac:cxnSpMkLst>
            <pc:docMk/>
            <pc:sldMk cId="1944867559" sldId="313"/>
            <ac:cxnSpMk id="23" creationId="{9B4757C4-228A-47E5-94C8-058312AB27F8}"/>
          </ac:cxnSpMkLst>
        </pc:cxnChg>
      </pc:sldChg>
      <pc:sldChg chg="addSp delSp modSp mod modTransition modAnim">
        <pc:chgData name="layla hallumi" userId="a06e584fc22946d9" providerId="LiveId" clId="{4F49BF0C-5C9B-40A0-BE93-F3E463C9DB90}" dt="2024-07-11T16:12:54.439" v="976" actId="403"/>
        <pc:sldMkLst>
          <pc:docMk/>
          <pc:sldMk cId="2723865859" sldId="315"/>
        </pc:sldMkLst>
        <pc:spChg chg="add del mod">
          <ac:chgData name="layla hallumi" userId="a06e584fc22946d9" providerId="LiveId" clId="{4F49BF0C-5C9B-40A0-BE93-F3E463C9DB90}" dt="2024-07-08T19:55:22.402" v="106" actId="478"/>
          <ac:spMkLst>
            <pc:docMk/>
            <pc:sldMk cId="2723865859" sldId="315"/>
            <ac:spMk id="4" creationId="{1C7D27A3-1A9F-4179-D54E-D54BE64EBE17}"/>
          </ac:spMkLst>
        </pc:spChg>
        <pc:spChg chg="add mod ord">
          <ac:chgData name="layla hallumi" userId="a06e584fc22946d9" providerId="LiveId" clId="{4F49BF0C-5C9B-40A0-BE93-F3E463C9DB90}" dt="2024-07-11T16:11:22.638" v="957" actId="403"/>
          <ac:spMkLst>
            <pc:docMk/>
            <pc:sldMk cId="2723865859" sldId="315"/>
            <ac:spMk id="5" creationId="{0C8B0B9D-62CC-1A4C-66B6-9C979AE0493E}"/>
          </ac:spMkLst>
        </pc:spChg>
        <pc:spChg chg="add mod ord">
          <ac:chgData name="layla hallumi" userId="a06e584fc22946d9" providerId="LiveId" clId="{4F49BF0C-5C9B-40A0-BE93-F3E463C9DB90}" dt="2024-07-11T16:12:50.887" v="975" actId="1076"/>
          <ac:spMkLst>
            <pc:docMk/>
            <pc:sldMk cId="2723865859" sldId="315"/>
            <ac:spMk id="6" creationId="{AC61FEFF-C6CA-48D1-3C85-300B2A164AEE}"/>
          </ac:spMkLst>
        </pc:spChg>
        <pc:spChg chg="del">
          <ac:chgData name="layla hallumi" userId="a06e584fc22946d9" providerId="LiveId" clId="{4F49BF0C-5C9B-40A0-BE93-F3E463C9DB90}" dt="2024-07-08T19:55:19.664" v="105" actId="478"/>
          <ac:spMkLst>
            <pc:docMk/>
            <pc:sldMk cId="2723865859" sldId="315"/>
            <ac:spMk id="7" creationId="{CF3FC758-2654-45CB-2005-A85E9DD81F3E}"/>
          </ac:spMkLst>
        </pc:spChg>
        <pc:spChg chg="del mod">
          <ac:chgData name="layla hallumi" userId="a06e584fc22946d9" providerId="LiveId" clId="{4F49BF0C-5C9B-40A0-BE93-F3E463C9DB90}" dt="2024-07-08T19:54:38.732" v="95" actId="478"/>
          <ac:spMkLst>
            <pc:docMk/>
            <pc:sldMk cId="2723865859" sldId="315"/>
            <ac:spMk id="8" creationId="{29754B02-A960-4E4A-890D-4B26B299B842}"/>
          </ac:spMkLst>
        </pc:spChg>
        <pc:spChg chg="del">
          <ac:chgData name="layla hallumi" userId="a06e584fc22946d9" providerId="LiveId" clId="{4F49BF0C-5C9B-40A0-BE93-F3E463C9DB90}" dt="2024-07-08T19:55:16.502" v="104" actId="478"/>
          <ac:spMkLst>
            <pc:docMk/>
            <pc:sldMk cId="2723865859" sldId="315"/>
            <ac:spMk id="9" creationId="{0DA631D0-D77D-B916-DE30-2CF652604275}"/>
          </ac:spMkLst>
        </pc:spChg>
        <pc:spChg chg="add mod ord">
          <ac:chgData name="layla hallumi" userId="a06e584fc22946d9" providerId="LiveId" clId="{4F49BF0C-5C9B-40A0-BE93-F3E463C9DB90}" dt="2024-07-11T16:12:02.879" v="966" actId="1076"/>
          <ac:spMkLst>
            <pc:docMk/>
            <pc:sldMk cId="2723865859" sldId="315"/>
            <ac:spMk id="10" creationId="{DA6D74A8-FC7C-63E5-B2F0-983C4CF2D29E}"/>
          </ac:spMkLst>
        </pc:spChg>
        <pc:spChg chg="del">
          <ac:chgData name="layla hallumi" userId="a06e584fc22946d9" providerId="LiveId" clId="{4F49BF0C-5C9B-40A0-BE93-F3E463C9DB90}" dt="2024-07-08T19:55:25.294" v="107" actId="478"/>
          <ac:spMkLst>
            <pc:docMk/>
            <pc:sldMk cId="2723865859" sldId="315"/>
            <ac:spMk id="11" creationId="{9CE79A3E-E7D2-BF41-5C29-174BD4173C7D}"/>
          </ac:spMkLst>
        </pc:spChg>
        <pc:spChg chg="mod">
          <ac:chgData name="layla hallumi" userId="a06e584fc22946d9" providerId="LiveId" clId="{4F49BF0C-5C9B-40A0-BE93-F3E463C9DB90}" dt="2024-07-11T16:12:54.439" v="976" actId="403"/>
          <ac:spMkLst>
            <pc:docMk/>
            <pc:sldMk cId="2723865859" sldId="315"/>
            <ac:spMk id="12" creationId="{09A860AE-836A-6B3C-D663-F6B253827540}"/>
          </ac:spMkLst>
        </pc:spChg>
        <pc:spChg chg="add del mod ord">
          <ac:chgData name="layla hallumi" userId="a06e584fc22946d9" providerId="LiveId" clId="{4F49BF0C-5C9B-40A0-BE93-F3E463C9DB90}" dt="2024-07-11T16:12:29.603" v="971" actId="1076"/>
          <ac:spMkLst>
            <pc:docMk/>
            <pc:sldMk cId="2723865859" sldId="315"/>
            <ac:spMk id="13" creationId="{F3CF6347-8BE7-027E-3CCD-D55107F88F74}"/>
          </ac:spMkLst>
        </pc:spChg>
        <pc:spChg chg="add mod">
          <ac:chgData name="layla hallumi" userId="a06e584fc22946d9" providerId="LiveId" clId="{4F49BF0C-5C9B-40A0-BE93-F3E463C9DB90}" dt="2024-07-08T20:12:20.414" v="234" actId="11529"/>
          <ac:spMkLst>
            <pc:docMk/>
            <pc:sldMk cId="2723865859" sldId="315"/>
            <ac:spMk id="15" creationId="{708504BE-BAFD-C188-A562-565CD754BA4E}"/>
          </ac:spMkLst>
        </pc:spChg>
        <pc:spChg chg="add del mod">
          <ac:chgData name="layla hallumi" userId="a06e584fc22946d9" providerId="LiveId" clId="{4F49BF0C-5C9B-40A0-BE93-F3E463C9DB90}" dt="2024-07-08T20:16:52.528" v="278" actId="478"/>
          <ac:spMkLst>
            <pc:docMk/>
            <pc:sldMk cId="2723865859" sldId="315"/>
            <ac:spMk id="16" creationId="{03A3FC53-049B-33BC-76D9-91087A4D7D3C}"/>
          </ac:spMkLst>
        </pc:spChg>
        <pc:spChg chg="add del mod">
          <ac:chgData name="layla hallumi" userId="a06e584fc22946d9" providerId="LiveId" clId="{4F49BF0C-5C9B-40A0-BE93-F3E463C9DB90}" dt="2024-07-08T20:16:50.242" v="276" actId="478"/>
          <ac:spMkLst>
            <pc:docMk/>
            <pc:sldMk cId="2723865859" sldId="315"/>
            <ac:spMk id="17" creationId="{B4ADEB14-FC1C-50BE-0EA7-815437117901}"/>
          </ac:spMkLst>
        </pc:spChg>
        <pc:spChg chg="add del mod">
          <ac:chgData name="layla hallumi" userId="a06e584fc22946d9" providerId="LiveId" clId="{4F49BF0C-5C9B-40A0-BE93-F3E463C9DB90}" dt="2024-07-08T20:16:51.365" v="277" actId="478"/>
          <ac:spMkLst>
            <pc:docMk/>
            <pc:sldMk cId="2723865859" sldId="315"/>
            <ac:spMk id="18" creationId="{58056CA9-D05F-C139-79DE-0C7AADB38E9D}"/>
          </ac:spMkLst>
        </pc:spChg>
        <pc:spChg chg="add del mod">
          <ac:chgData name="layla hallumi" userId="a06e584fc22946d9" providerId="LiveId" clId="{4F49BF0C-5C9B-40A0-BE93-F3E463C9DB90}" dt="2024-07-08T20:14:08.685" v="245" actId="478"/>
          <ac:spMkLst>
            <pc:docMk/>
            <pc:sldMk cId="2723865859" sldId="315"/>
            <ac:spMk id="19" creationId="{58852A38-6DBE-8274-D586-DE1E35B067AC}"/>
          </ac:spMkLst>
        </pc:spChg>
        <pc:spChg chg="add del mod">
          <ac:chgData name="layla hallumi" userId="a06e584fc22946d9" providerId="LiveId" clId="{4F49BF0C-5C9B-40A0-BE93-F3E463C9DB90}" dt="2024-07-08T20:20:25.307" v="351" actId="478"/>
          <ac:spMkLst>
            <pc:docMk/>
            <pc:sldMk cId="2723865859" sldId="315"/>
            <ac:spMk id="20" creationId="{EABABE69-5FF1-3442-4C10-5884D3999383}"/>
          </ac:spMkLst>
        </pc:spChg>
        <pc:spChg chg="add del mod">
          <ac:chgData name="layla hallumi" userId="a06e584fc22946d9" providerId="LiveId" clId="{4F49BF0C-5C9B-40A0-BE93-F3E463C9DB90}" dt="2024-07-08T20:21:05.412" v="359" actId="478"/>
          <ac:spMkLst>
            <pc:docMk/>
            <pc:sldMk cId="2723865859" sldId="315"/>
            <ac:spMk id="21" creationId="{3E8233BA-772D-9C15-0189-4FEBF7253A73}"/>
          </ac:spMkLst>
        </pc:spChg>
        <pc:spChg chg="add del mod">
          <ac:chgData name="layla hallumi" userId="a06e584fc22946d9" providerId="LiveId" clId="{4F49BF0C-5C9B-40A0-BE93-F3E463C9DB90}" dt="2024-07-08T20:20:05.959" v="343" actId="478"/>
          <ac:spMkLst>
            <pc:docMk/>
            <pc:sldMk cId="2723865859" sldId="315"/>
            <ac:spMk id="22" creationId="{60CAA4CA-A5D5-40C7-3D47-0F70A2A64BF8}"/>
          </ac:spMkLst>
        </pc:spChg>
        <pc:spChg chg="add del mod">
          <ac:chgData name="layla hallumi" userId="a06e584fc22946d9" providerId="LiveId" clId="{4F49BF0C-5C9B-40A0-BE93-F3E463C9DB90}" dt="2024-07-08T20:19:54.386" v="339" actId="478"/>
          <ac:spMkLst>
            <pc:docMk/>
            <pc:sldMk cId="2723865859" sldId="315"/>
            <ac:spMk id="23" creationId="{C11BFDB1-4EDD-28EC-C3D5-AD8CD20C1F62}"/>
          </ac:spMkLst>
        </pc:spChg>
        <pc:spChg chg="add del mod ord">
          <ac:chgData name="layla hallumi" userId="a06e584fc22946d9" providerId="LiveId" clId="{4F49BF0C-5C9B-40A0-BE93-F3E463C9DB90}" dt="2024-07-08T20:21:06.889" v="360" actId="478"/>
          <ac:spMkLst>
            <pc:docMk/>
            <pc:sldMk cId="2723865859" sldId="315"/>
            <ac:spMk id="24" creationId="{E3553A3A-C95F-C1E5-8912-F43D35BB0D42}"/>
          </ac:spMkLst>
        </pc:spChg>
        <pc:spChg chg="add del mod ord">
          <ac:chgData name="layla hallumi" userId="a06e584fc22946d9" providerId="LiveId" clId="{4F49BF0C-5C9B-40A0-BE93-F3E463C9DB90}" dt="2024-07-08T20:21:08.227" v="361" actId="478"/>
          <ac:spMkLst>
            <pc:docMk/>
            <pc:sldMk cId="2723865859" sldId="315"/>
            <ac:spMk id="25" creationId="{CADDC02C-C498-A9F8-C1E0-39298E77DE4D}"/>
          </ac:spMkLst>
        </pc:spChg>
        <pc:spChg chg="add del mod ord">
          <ac:chgData name="layla hallumi" userId="a06e584fc22946d9" providerId="LiveId" clId="{4F49BF0C-5C9B-40A0-BE93-F3E463C9DB90}" dt="2024-07-08T20:21:03.962" v="358" actId="478"/>
          <ac:spMkLst>
            <pc:docMk/>
            <pc:sldMk cId="2723865859" sldId="315"/>
            <ac:spMk id="26" creationId="{A10F6F05-770A-FB5D-983D-C691069F1D90}"/>
          </ac:spMkLst>
        </pc:spChg>
        <pc:spChg chg="add del mod ord">
          <ac:chgData name="layla hallumi" userId="a06e584fc22946d9" providerId="LiveId" clId="{4F49BF0C-5C9B-40A0-BE93-F3E463C9DB90}" dt="2024-07-08T20:26:06.875" v="426"/>
          <ac:spMkLst>
            <pc:docMk/>
            <pc:sldMk cId="2723865859" sldId="315"/>
            <ac:spMk id="27" creationId="{815463B4-68B1-652D-7B18-D3B0935514BA}"/>
          </ac:spMkLst>
        </pc:spChg>
        <pc:spChg chg="add del mod ord">
          <ac:chgData name="layla hallumi" userId="a06e584fc22946d9" providerId="LiveId" clId="{4F49BF0C-5C9B-40A0-BE93-F3E463C9DB90}" dt="2024-07-08T20:26:06.875" v="426"/>
          <ac:spMkLst>
            <pc:docMk/>
            <pc:sldMk cId="2723865859" sldId="315"/>
            <ac:spMk id="28" creationId="{8574CB14-7F31-EA70-6097-D9E5452641AF}"/>
          </ac:spMkLst>
        </pc:spChg>
        <pc:spChg chg="add del mod ord">
          <ac:chgData name="layla hallumi" userId="a06e584fc22946d9" providerId="LiveId" clId="{4F49BF0C-5C9B-40A0-BE93-F3E463C9DB90}" dt="2024-07-08T20:26:06.875" v="426"/>
          <ac:spMkLst>
            <pc:docMk/>
            <pc:sldMk cId="2723865859" sldId="315"/>
            <ac:spMk id="29" creationId="{2F944C9B-51D2-F044-1A24-487A69242E13}"/>
          </ac:spMkLst>
        </pc:spChg>
        <pc:spChg chg="add del mod ord">
          <ac:chgData name="layla hallumi" userId="a06e584fc22946d9" providerId="LiveId" clId="{4F49BF0C-5C9B-40A0-BE93-F3E463C9DB90}" dt="2024-07-08T20:26:06.875" v="426"/>
          <ac:spMkLst>
            <pc:docMk/>
            <pc:sldMk cId="2723865859" sldId="315"/>
            <ac:spMk id="30" creationId="{8FC63E1D-B696-F123-AB3C-6B4FD023575F}"/>
          </ac:spMkLst>
        </pc:spChg>
        <pc:spChg chg="mod">
          <ac:chgData name="layla hallumi" userId="a06e584fc22946d9" providerId="LiveId" clId="{4F49BF0C-5C9B-40A0-BE93-F3E463C9DB90}" dt="2024-07-08T20:26:04.321" v="425"/>
          <ac:spMkLst>
            <pc:docMk/>
            <pc:sldMk cId="2723865859" sldId="315"/>
            <ac:spMk id="31" creationId="{C730751A-1FD1-5A94-0F26-D431E396A517}"/>
          </ac:spMkLst>
        </pc:spChg>
        <pc:spChg chg="add del mod">
          <ac:chgData name="layla hallumi" userId="a06e584fc22946d9" providerId="LiveId" clId="{4F49BF0C-5C9B-40A0-BE93-F3E463C9DB90}" dt="2024-07-08T20:41:34.780" v="591" actId="14861"/>
          <ac:spMkLst>
            <pc:docMk/>
            <pc:sldMk cId="2723865859" sldId="315"/>
            <ac:spMk id="32" creationId="{ECF73215-BF08-CF98-17FE-BA552FCB7E13}"/>
          </ac:spMkLst>
        </pc:spChg>
        <pc:spChg chg="add del mod">
          <ac:chgData name="layla hallumi" userId="a06e584fc22946d9" providerId="LiveId" clId="{4F49BF0C-5C9B-40A0-BE93-F3E463C9DB90}" dt="2024-07-08T20:41:50.035" v="593" actId="14861"/>
          <ac:spMkLst>
            <pc:docMk/>
            <pc:sldMk cId="2723865859" sldId="315"/>
            <ac:spMk id="33" creationId="{C58FD435-FD4D-9596-73CA-AB90C12A6CA6}"/>
          </ac:spMkLst>
        </pc:spChg>
        <pc:spChg chg="add del mod">
          <ac:chgData name="layla hallumi" userId="a06e584fc22946d9" providerId="LiveId" clId="{4F49BF0C-5C9B-40A0-BE93-F3E463C9DB90}" dt="2024-07-08T20:41:22.698" v="589" actId="14861"/>
          <ac:spMkLst>
            <pc:docMk/>
            <pc:sldMk cId="2723865859" sldId="315"/>
            <ac:spMk id="34" creationId="{C044CBF2-7C0E-34C4-9600-E945D18E11C8}"/>
          </ac:spMkLst>
        </pc:spChg>
        <pc:spChg chg="add del mod">
          <ac:chgData name="layla hallumi" userId="a06e584fc22946d9" providerId="LiveId" clId="{4F49BF0C-5C9B-40A0-BE93-F3E463C9DB90}" dt="2024-07-08T20:41:27.752" v="590" actId="14861"/>
          <ac:spMkLst>
            <pc:docMk/>
            <pc:sldMk cId="2723865859" sldId="315"/>
            <ac:spMk id="35" creationId="{C49AC5BF-9E7C-E42E-992A-A22412F78D3F}"/>
          </ac:spMkLst>
        </pc:spChg>
        <pc:spChg chg="add del">
          <ac:chgData name="layla hallumi" userId="a06e584fc22946d9" providerId="LiveId" clId="{4F49BF0C-5C9B-40A0-BE93-F3E463C9DB90}" dt="2024-07-08T20:26:13.456" v="428"/>
          <ac:spMkLst>
            <pc:docMk/>
            <pc:sldMk cId="2723865859" sldId="315"/>
            <ac:spMk id="36" creationId="{5653BAA0-BD0A-9FEF-CE11-705D86422086}"/>
          </ac:spMkLst>
        </pc:spChg>
        <pc:spChg chg="add del">
          <ac:chgData name="layla hallumi" userId="a06e584fc22946d9" providerId="LiveId" clId="{4F49BF0C-5C9B-40A0-BE93-F3E463C9DB90}" dt="2024-07-08T20:36:06.046" v="551" actId="478"/>
          <ac:spMkLst>
            <pc:docMk/>
            <pc:sldMk cId="2723865859" sldId="315"/>
            <ac:spMk id="37" creationId="{D8103065-8E1C-5F2A-E3DF-8F85AE3D41DA}"/>
          </ac:spMkLst>
        </pc:spChg>
        <pc:graphicFrameChg chg="add del mod modGraphic">
          <ac:chgData name="layla hallumi" userId="a06e584fc22946d9" providerId="LiveId" clId="{4F49BF0C-5C9B-40A0-BE93-F3E463C9DB90}" dt="2024-07-08T20:11:22.085" v="221" actId="478"/>
          <ac:graphicFrameMkLst>
            <pc:docMk/>
            <pc:sldMk cId="2723865859" sldId="315"/>
            <ac:graphicFrameMk id="2" creationId="{953E7548-8A70-796E-7232-E26FDABE1B0D}"/>
          </ac:graphicFrameMkLst>
        </pc:graphicFrameChg>
        <pc:graphicFrameChg chg="add del mod modGraphic">
          <ac:chgData name="layla hallumi" userId="a06e584fc22946d9" providerId="LiveId" clId="{4F49BF0C-5C9B-40A0-BE93-F3E463C9DB90}" dt="2024-07-08T20:13:00.900" v="237" actId="478"/>
          <ac:graphicFrameMkLst>
            <pc:docMk/>
            <pc:sldMk cId="2723865859" sldId="315"/>
            <ac:graphicFrameMk id="14" creationId="{B8A34263-C63C-7824-D75F-6E9BBFFB89FC}"/>
          </ac:graphicFrameMkLst>
        </pc:graphicFrameChg>
      </pc:sldChg>
      <pc:sldChg chg="modSp mod modTransition modAnim">
        <pc:chgData name="layla hallumi" userId="a06e584fc22946d9" providerId="LiveId" clId="{4F49BF0C-5C9B-40A0-BE93-F3E463C9DB90}" dt="2024-07-11T16:30:05.796" v="1173" actId="108"/>
        <pc:sldMkLst>
          <pc:docMk/>
          <pc:sldMk cId="3284616221" sldId="317"/>
        </pc:sldMkLst>
        <pc:spChg chg="mod">
          <ac:chgData name="layla hallumi" userId="a06e584fc22946d9" providerId="LiveId" clId="{4F49BF0C-5C9B-40A0-BE93-F3E463C9DB90}" dt="2024-07-08T20:44:51.134" v="606" actId="1076"/>
          <ac:spMkLst>
            <pc:docMk/>
            <pc:sldMk cId="3284616221" sldId="317"/>
            <ac:spMk id="2" creationId="{0FD25A52-EB72-8381-9004-15EFA08A1549}"/>
          </ac:spMkLst>
        </pc:spChg>
        <pc:spChg chg="mod">
          <ac:chgData name="layla hallumi" userId="a06e584fc22946d9" providerId="LiveId" clId="{4F49BF0C-5C9B-40A0-BE93-F3E463C9DB90}" dt="2024-07-11T16:30:05.796" v="1173" actId="108"/>
          <ac:spMkLst>
            <pc:docMk/>
            <pc:sldMk cId="3284616221" sldId="317"/>
            <ac:spMk id="4" creationId="{4F5F9818-7589-51E7-9F61-CDE1B7A6B271}"/>
          </ac:spMkLst>
        </pc:spChg>
      </pc:sldChg>
      <pc:sldChg chg="addSp delSp modSp del mod">
        <pc:chgData name="layla hallumi" userId="a06e584fc22946d9" providerId="LiveId" clId="{4F49BF0C-5C9B-40A0-BE93-F3E463C9DB90}" dt="2024-07-08T19:21:29.111" v="17" actId="47"/>
        <pc:sldMkLst>
          <pc:docMk/>
          <pc:sldMk cId="240967260" sldId="318"/>
        </pc:sldMkLst>
        <pc:graphicFrameChg chg="add del mod modGraphic">
          <ac:chgData name="layla hallumi" userId="a06e584fc22946d9" providerId="LiveId" clId="{4F49BF0C-5C9B-40A0-BE93-F3E463C9DB90}" dt="2024-07-08T19:17:59.315" v="13" actId="478"/>
          <ac:graphicFrameMkLst>
            <pc:docMk/>
            <pc:sldMk cId="240967260" sldId="318"/>
            <ac:graphicFrameMk id="4" creationId="{3D423A8C-1888-354A-238F-384361BE33E2}"/>
          </ac:graphicFrameMkLst>
        </pc:graphicFrameChg>
      </pc:sldChg>
      <pc:sldChg chg="addSp delSp modSp mod modTransition modAnim">
        <pc:chgData name="layla hallumi" userId="a06e584fc22946d9" providerId="LiveId" clId="{4F49BF0C-5C9B-40A0-BE93-F3E463C9DB90}" dt="2024-07-11T16:38:09.143" v="1277" actId="1076"/>
        <pc:sldMkLst>
          <pc:docMk/>
          <pc:sldMk cId="2359185522" sldId="320"/>
        </pc:sldMkLst>
        <pc:spChg chg="del mod">
          <ac:chgData name="layla hallumi" userId="a06e584fc22946d9" providerId="LiveId" clId="{4F49BF0C-5C9B-40A0-BE93-F3E463C9DB90}" dt="2024-07-11T16:38:02.894" v="1275" actId="478"/>
          <ac:spMkLst>
            <pc:docMk/>
            <pc:sldMk cId="2359185522" sldId="320"/>
            <ac:spMk id="2" creationId="{72BA49C2-535D-91D1-532A-90CFAB8F5034}"/>
          </ac:spMkLst>
        </pc:spChg>
        <pc:spChg chg="add del mod">
          <ac:chgData name="layla hallumi" userId="a06e584fc22946d9" providerId="LiveId" clId="{4F49BF0C-5C9B-40A0-BE93-F3E463C9DB90}" dt="2024-07-11T16:38:05.700" v="1276" actId="478"/>
          <ac:spMkLst>
            <pc:docMk/>
            <pc:sldMk cId="2359185522" sldId="320"/>
            <ac:spMk id="3" creationId="{38760A90-C8B0-6355-8FCD-51F626073A7F}"/>
          </ac:spMkLst>
        </pc:spChg>
        <pc:spChg chg="mod">
          <ac:chgData name="layla hallumi" userId="a06e584fc22946d9" providerId="LiveId" clId="{4F49BF0C-5C9B-40A0-BE93-F3E463C9DB90}" dt="2024-07-08T22:43:03.673" v="948" actId="403"/>
          <ac:spMkLst>
            <pc:docMk/>
            <pc:sldMk cId="2359185522" sldId="320"/>
            <ac:spMk id="8" creationId="{2C602EC3-0115-4FB6-BAA7-BCA17E611651}"/>
          </ac:spMkLst>
        </pc:spChg>
        <pc:picChg chg="add mod">
          <ac:chgData name="layla hallumi" userId="a06e584fc22946d9" providerId="LiveId" clId="{4F49BF0C-5C9B-40A0-BE93-F3E463C9DB90}" dt="2024-07-11T16:38:09.143" v="1277" actId="1076"/>
          <ac:picMkLst>
            <pc:docMk/>
            <pc:sldMk cId="2359185522" sldId="320"/>
            <ac:picMk id="4" creationId="{259890A4-1AB4-BBA0-C032-7D8B6CFC9FE3}"/>
          </ac:picMkLst>
        </pc:picChg>
      </pc:sldChg>
      <pc:sldChg chg="addSp delSp modSp del mod ord modTransition modAnim">
        <pc:chgData name="layla hallumi" userId="a06e584fc22946d9" providerId="LiveId" clId="{4F49BF0C-5C9B-40A0-BE93-F3E463C9DB90}" dt="2024-07-14T14:08:44.042" v="1563" actId="47"/>
        <pc:sldMkLst>
          <pc:docMk/>
          <pc:sldMk cId="750961922" sldId="323"/>
        </pc:sldMkLst>
        <pc:spChg chg="del mod">
          <ac:chgData name="layla hallumi" userId="a06e584fc22946d9" providerId="LiveId" clId="{4F49BF0C-5C9B-40A0-BE93-F3E463C9DB90}" dt="2024-07-11T16:23:25.791" v="1110" actId="21"/>
          <ac:spMkLst>
            <pc:docMk/>
            <pc:sldMk cId="750961922" sldId="323"/>
            <ac:spMk id="2" creationId="{F4BD85A4-650D-880B-D1F6-099BDA432C40}"/>
          </ac:spMkLst>
        </pc:spChg>
        <pc:spChg chg="del mod ord">
          <ac:chgData name="layla hallumi" userId="a06e584fc22946d9" providerId="LiveId" clId="{4F49BF0C-5C9B-40A0-BE93-F3E463C9DB90}" dt="2024-07-11T16:22:16.565" v="1093" actId="21"/>
          <ac:spMkLst>
            <pc:docMk/>
            <pc:sldMk cId="750961922" sldId="323"/>
            <ac:spMk id="3" creationId="{D2395D09-D7C2-E466-FBF2-D8D9B7F0407F}"/>
          </ac:spMkLst>
        </pc:spChg>
        <pc:spChg chg="add del mod">
          <ac:chgData name="layla hallumi" userId="a06e584fc22946d9" providerId="LiveId" clId="{4F49BF0C-5C9B-40A0-BE93-F3E463C9DB90}" dt="2024-07-11T16:23:41.870" v="1115" actId="478"/>
          <ac:spMkLst>
            <pc:docMk/>
            <pc:sldMk cId="750961922" sldId="323"/>
            <ac:spMk id="4" creationId="{C7ED4D07-154E-6242-15F2-B263C7A9D51B}"/>
          </ac:spMkLst>
        </pc:spChg>
        <pc:spChg chg="add mod">
          <ac:chgData name="layla hallumi" userId="a06e584fc22946d9" providerId="LiveId" clId="{4F49BF0C-5C9B-40A0-BE93-F3E463C9DB90}" dt="2024-07-11T16:25:40.705" v="1145" actId="27636"/>
          <ac:spMkLst>
            <pc:docMk/>
            <pc:sldMk cId="750961922" sldId="323"/>
            <ac:spMk id="6" creationId="{673B6A24-2700-386A-7E0E-FCACB713DE30}"/>
          </ac:spMkLst>
        </pc:spChg>
        <pc:spChg chg="add del mod">
          <ac:chgData name="layla hallumi" userId="a06e584fc22946d9" providerId="LiveId" clId="{4F49BF0C-5C9B-40A0-BE93-F3E463C9DB90}" dt="2024-07-11T16:23:35.258" v="1113"/>
          <ac:spMkLst>
            <pc:docMk/>
            <pc:sldMk cId="750961922" sldId="323"/>
            <ac:spMk id="8" creationId="{EA97069A-3F3C-D2AE-8D0D-CA69AE66C4AD}"/>
          </ac:spMkLst>
        </pc:spChg>
        <pc:spChg chg="add mod ord">
          <ac:chgData name="layla hallumi" userId="a06e584fc22946d9" providerId="LiveId" clId="{4F49BF0C-5C9B-40A0-BE93-F3E463C9DB90}" dt="2024-07-11T16:24:13.305" v="1124" actId="26606"/>
          <ac:spMkLst>
            <pc:docMk/>
            <pc:sldMk cId="750961922" sldId="323"/>
            <ac:spMk id="9" creationId="{F3D291F2-4F3B-9988-830C-3A03B6B27807}"/>
          </ac:spMkLst>
        </pc:spChg>
        <pc:spChg chg="add del">
          <ac:chgData name="layla hallumi" userId="a06e584fc22946d9" providerId="LiveId" clId="{4F49BF0C-5C9B-40A0-BE93-F3E463C9DB90}" dt="2024-07-11T16:17:07.468" v="988" actId="26606"/>
          <ac:spMkLst>
            <pc:docMk/>
            <pc:sldMk cId="750961922" sldId="323"/>
            <ac:spMk id="23" creationId="{DB66C9CD-6BF4-44CA-8078-0BB819080761}"/>
          </ac:spMkLst>
        </pc:spChg>
        <pc:spChg chg="add del">
          <ac:chgData name="layla hallumi" userId="a06e584fc22946d9" providerId="LiveId" clId="{4F49BF0C-5C9B-40A0-BE93-F3E463C9DB90}" dt="2024-07-11T16:17:15.722" v="990" actId="26606"/>
          <ac:spMkLst>
            <pc:docMk/>
            <pc:sldMk cId="750961922" sldId="323"/>
            <ac:spMk id="28" creationId="{3268346D-5E77-4906-AC8D-57FB88F111CD}"/>
          </ac:spMkLst>
        </pc:spChg>
        <pc:spChg chg="add del">
          <ac:chgData name="layla hallumi" userId="a06e584fc22946d9" providerId="LiveId" clId="{4F49BF0C-5C9B-40A0-BE93-F3E463C9DB90}" dt="2024-07-11T16:17:15.722" v="990" actId="26606"/>
          <ac:spMkLst>
            <pc:docMk/>
            <pc:sldMk cId="750961922" sldId="323"/>
            <ac:spMk id="29" creationId="{4168C6BE-41CC-4C4D-850F-F82321AE7B18}"/>
          </ac:spMkLst>
        </pc:spChg>
        <pc:spChg chg="add del">
          <ac:chgData name="layla hallumi" userId="a06e584fc22946d9" providerId="LiveId" clId="{4F49BF0C-5C9B-40A0-BE93-F3E463C9DB90}" dt="2024-07-11T16:17:18.927" v="992" actId="26606"/>
          <ac:spMkLst>
            <pc:docMk/>
            <pc:sldMk cId="750961922" sldId="323"/>
            <ac:spMk id="31" creationId="{DB66C9CD-6BF4-44CA-8078-0BB819080761}"/>
          </ac:spMkLst>
        </pc:spChg>
        <pc:spChg chg="add del">
          <ac:chgData name="layla hallumi" userId="a06e584fc22946d9" providerId="LiveId" clId="{4F49BF0C-5C9B-40A0-BE93-F3E463C9DB90}" dt="2024-07-11T16:17:26.881" v="994" actId="26606"/>
          <ac:spMkLst>
            <pc:docMk/>
            <pc:sldMk cId="750961922" sldId="323"/>
            <ac:spMk id="33" creationId="{3268346D-5E77-4906-AC8D-57FB88F111CD}"/>
          </ac:spMkLst>
        </pc:spChg>
        <pc:spChg chg="add del">
          <ac:chgData name="layla hallumi" userId="a06e584fc22946d9" providerId="LiveId" clId="{4F49BF0C-5C9B-40A0-BE93-F3E463C9DB90}" dt="2024-07-11T16:17:29.875" v="996" actId="26606"/>
          <ac:spMkLst>
            <pc:docMk/>
            <pc:sldMk cId="750961922" sldId="323"/>
            <ac:spMk id="36" creationId="{B65AA36A-D7CC-493C-A0EE-F8AC3564D17D}"/>
          </ac:spMkLst>
        </pc:spChg>
        <pc:spChg chg="add del">
          <ac:chgData name="layla hallumi" userId="a06e584fc22946d9" providerId="LiveId" clId="{4F49BF0C-5C9B-40A0-BE93-F3E463C9DB90}" dt="2024-07-11T16:17:31.480" v="998" actId="26606"/>
          <ac:spMkLst>
            <pc:docMk/>
            <pc:sldMk cId="750961922" sldId="323"/>
            <ac:spMk id="39" creationId="{3268346D-5E77-4906-AC8D-57FB88F111CD}"/>
          </ac:spMkLst>
        </pc:spChg>
        <pc:spChg chg="add del">
          <ac:chgData name="layla hallumi" userId="a06e584fc22946d9" providerId="LiveId" clId="{4F49BF0C-5C9B-40A0-BE93-F3E463C9DB90}" dt="2024-07-11T16:17:34.316" v="1000" actId="26606"/>
          <ac:spMkLst>
            <pc:docMk/>
            <pc:sldMk cId="750961922" sldId="323"/>
            <ac:spMk id="42" creationId="{B65AA36A-D7CC-493C-A0EE-F8AC3564D17D}"/>
          </ac:spMkLst>
        </pc:spChg>
        <pc:spChg chg="add del">
          <ac:chgData name="layla hallumi" userId="a06e584fc22946d9" providerId="LiveId" clId="{4F49BF0C-5C9B-40A0-BE93-F3E463C9DB90}" dt="2024-07-11T16:18:29.315" v="1023" actId="26606"/>
          <ac:spMkLst>
            <pc:docMk/>
            <pc:sldMk cId="750961922" sldId="323"/>
            <ac:spMk id="45" creationId="{3268346D-5E77-4906-AC8D-57FB88F111CD}"/>
          </ac:spMkLst>
        </pc:spChg>
        <pc:spChg chg="add del">
          <ac:chgData name="layla hallumi" userId="a06e584fc22946d9" providerId="LiveId" clId="{4F49BF0C-5C9B-40A0-BE93-F3E463C9DB90}" dt="2024-07-11T16:21:01.415" v="1076" actId="26606"/>
          <ac:spMkLst>
            <pc:docMk/>
            <pc:sldMk cId="750961922" sldId="323"/>
            <ac:spMk id="51" creationId="{B65AA36A-D7CC-493C-A0EE-F8AC3564D17D}"/>
          </ac:spMkLst>
        </pc:spChg>
        <pc:spChg chg="add del">
          <ac:chgData name="layla hallumi" userId="a06e584fc22946d9" providerId="LiveId" clId="{4F49BF0C-5C9B-40A0-BE93-F3E463C9DB90}" dt="2024-07-11T16:20:39.015" v="1068" actId="26606"/>
          <ac:spMkLst>
            <pc:docMk/>
            <pc:sldMk cId="750961922" sldId="323"/>
            <ac:spMk id="58" creationId="{EEE96A74-B62B-4642-AB22-7776A5F48CE7}"/>
          </ac:spMkLst>
        </pc:spChg>
        <pc:spChg chg="add del">
          <ac:chgData name="layla hallumi" userId="a06e584fc22946d9" providerId="LiveId" clId="{4F49BF0C-5C9B-40A0-BE93-F3E463C9DB90}" dt="2024-07-11T16:20:39.015" v="1068" actId="26606"/>
          <ac:spMkLst>
            <pc:docMk/>
            <pc:sldMk cId="750961922" sldId="323"/>
            <ac:spMk id="62" creationId="{6FB613AD-00EA-4831-B6D3-32608400EFBD}"/>
          </ac:spMkLst>
        </pc:spChg>
        <pc:spChg chg="add del">
          <ac:chgData name="layla hallumi" userId="a06e584fc22946d9" providerId="LiveId" clId="{4F49BF0C-5C9B-40A0-BE93-F3E463C9DB90}" dt="2024-07-11T16:20:46.913" v="1071" actId="26606"/>
          <ac:spMkLst>
            <pc:docMk/>
            <pc:sldMk cId="750961922" sldId="323"/>
            <ac:spMk id="67" creationId="{DB66C9CD-6BF4-44CA-8078-0BB819080761}"/>
          </ac:spMkLst>
        </pc:spChg>
        <pc:spChg chg="add del">
          <ac:chgData name="layla hallumi" userId="a06e584fc22946d9" providerId="LiveId" clId="{4F49BF0C-5C9B-40A0-BE93-F3E463C9DB90}" dt="2024-07-11T16:20:52.999" v="1073" actId="26606"/>
          <ac:spMkLst>
            <pc:docMk/>
            <pc:sldMk cId="750961922" sldId="323"/>
            <ac:spMk id="71" creationId="{B65AA36A-D7CC-493C-A0EE-F8AC3564D17D}"/>
          </ac:spMkLst>
        </pc:spChg>
        <pc:spChg chg="add del">
          <ac:chgData name="layla hallumi" userId="a06e584fc22946d9" providerId="LiveId" clId="{4F49BF0C-5C9B-40A0-BE93-F3E463C9DB90}" dt="2024-07-11T16:21:01.415" v="1076" actId="26606"/>
          <ac:spMkLst>
            <pc:docMk/>
            <pc:sldMk cId="750961922" sldId="323"/>
            <ac:spMk id="74" creationId="{3268346D-5E77-4906-AC8D-57FB88F111CD}"/>
          </ac:spMkLst>
        </pc:spChg>
        <pc:spChg chg="add del">
          <ac:chgData name="layla hallumi" userId="a06e584fc22946d9" providerId="LiveId" clId="{4F49BF0C-5C9B-40A0-BE93-F3E463C9DB90}" dt="2024-07-11T16:21:01.415" v="1076" actId="26606"/>
          <ac:spMkLst>
            <pc:docMk/>
            <pc:sldMk cId="750961922" sldId="323"/>
            <ac:spMk id="75" creationId="{4168C6BE-41CC-4C4D-850F-F82321AE7B18}"/>
          </ac:spMkLst>
        </pc:spChg>
        <pc:spChg chg="add del">
          <ac:chgData name="layla hallumi" userId="a06e584fc22946d9" providerId="LiveId" clId="{4F49BF0C-5C9B-40A0-BE93-F3E463C9DB90}" dt="2024-07-11T16:24:13.305" v="1124" actId="26606"/>
          <ac:spMkLst>
            <pc:docMk/>
            <pc:sldMk cId="750961922" sldId="323"/>
            <ac:spMk id="81" creationId="{B65AA36A-D7CC-493C-A0EE-F8AC3564D17D}"/>
          </ac:spMkLst>
        </pc:spChg>
        <pc:spChg chg="add">
          <ac:chgData name="layla hallumi" userId="a06e584fc22946d9" providerId="LiveId" clId="{4F49BF0C-5C9B-40A0-BE93-F3E463C9DB90}" dt="2024-07-11T16:24:13.305" v="1124" actId="26606"/>
          <ac:spMkLst>
            <pc:docMk/>
            <pc:sldMk cId="750961922" sldId="323"/>
            <ac:spMk id="88" creationId="{3268346D-5E77-4906-AC8D-57FB88F111CD}"/>
          </ac:spMkLst>
        </pc:spChg>
        <pc:spChg chg="add">
          <ac:chgData name="layla hallumi" userId="a06e584fc22946d9" providerId="LiveId" clId="{4F49BF0C-5C9B-40A0-BE93-F3E463C9DB90}" dt="2024-07-11T16:24:13.305" v="1124" actId="26606"/>
          <ac:spMkLst>
            <pc:docMk/>
            <pc:sldMk cId="750961922" sldId="323"/>
            <ac:spMk id="90" creationId="{4168C6BE-41CC-4C4D-850F-F82321AE7B18}"/>
          </ac:spMkLst>
        </pc:spChg>
        <pc:picChg chg="add mod ord">
          <ac:chgData name="layla hallumi" userId="a06e584fc22946d9" providerId="LiveId" clId="{4F49BF0C-5C9B-40A0-BE93-F3E463C9DB90}" dt="2024-07-11T16:24:13.305" v="1124" actId="26606"/>
          <ac:picMkLst>
            <pc:docMk/>
            <pc:sldMk cId="750961922" sldId="323"/>
            <ac:picMk id="18" creationId="{EA3B7AFC-AAF1-6309-E87A-F630716B8D8E}"/>
          </ac:picMkLst>
        </pc:picChg>
        <pc:cxnChg chg="add del">
          <ac:chgData name="layla hallumi" userId="a06e584fc22946d9" providerId="LiveId" clId="{4F49BF0C-5C9B-40A0-BE93-F3E463C9DB90}" dt="2024-07-11T16:17:07.468" v="988" actId="26606"/>
          <ac:cxnSpMkLst>
            <pc:docMk/>
            <pc:sldMk cId="750961922" sldId="323"/>
            <ac:cxnSpMk id="25" creationId="{CC9CF63D-A2A3-4ECF-BC53-4B0D56918FB4}"/>
          </ac:cxnSpMkLst>
        </pc:cxnChg>
        <pc:cxnChg chg="add del">
          <ac:chgData name="layla hallumi" userId="a06e584fc22946d9" providerId="LiveId" clId="{4F49BF0C-5C9B-40A0-BE93-F3E463C9DB90}" dt="2024-07-11T16:17:15.722" v="990" actId="26606"/>
          <ac:cxnSpMkLst>
            <pc:docMk/>
            <pc:sldMk cId="750961922" sldId="323"/>
            <ac:cxnSpMk id="27" creationId="{4CBC1FDF-AE13-4731-B38F-2761BDFDBB0E}"/>
          </ac:cxnSpMkLst>
        </pc:cxnChg>
        <pc:cxnChg chg="add del">
          <ac:chgData name="layla hallumi" userId="a06e584fc22946d9" providerId="LiveId" clId="{4F49BF0C-5C9B-40A0-BE93-F3E463C9DB90}" dt="2024-07-11T16:17:26.881" v="994" actId="26606"/>
          <ac:cxnSpMkLst>
            <pc:docMk/>
            <pc:sldMk cId="750961922" sldId="323"/>
            <ac:cxnSpMk id="34" creationId="{4CBC1FDF-AE13-4731-B38F-2761BDFDBB0E}"/>
          </ac:cxnSpMkLst>
        </pc:cxnChg>
        <pc:cxnChg chg="add del">
          <ac:chgData name="layla hallumi" userId="a06e584fc22946d9" providerId="LiveId" clId="{4F49BF0C-5C9B-40A0-BE93-F3E463C9DB90}" dt="2024-07-11T16:17:29.875" v="996" actId="26606"/>
          <ac:cxnSpMkLst>
            <pc:docMk/>
            <pc:sldMk cId="750961922" sldId="323"/>
            <ac:cxnSpMk id="37" creationId="{E1C2E33F-4B1D-4F8B-B721-96313EA29404}"/>
          </ac:cxnSpMkLst>
        </pc:cxnChg>
        <pc:cxnChg chg="add del">
          <ac:chgData name="layla hallumi" userId="a06e584fc22946d9" providerId="LiveId" clId="{4F49BF0C-5C9B-40A0-BE93-F3E463C9DB90}" dt="2024-07-11T16:17:31.480" v="998" actId="26606"/>
          <ac:cxnSpMkLst>
            <pc:docMk/>
            <pc:sldMk cId="750961922" sldId="323"/>
            <ac:cxnSpMk id="40" creationId="{4CBC1FDF-AE13-4731-B38F-2761BDFDBB0E}"/>
          </ac:cxnSpMkLst>
        </pc:cxnChg>
        <pc:cxnChg chg="add del">
          <ac:chgData name="layla hallumi" userId="a06e584fc22946d9" providerId="LiveId" clId="{4F49BF0C-5C9B-40A0-BE93-F3E463C9DB90}" dt="2024-07-11T16:17:34.316" v="1000" actId="26606"/>
          <ac:cxnSpMkLst>
            <pc:docMk/>
            <pc:sldMk cId="750961922" sldId="323"/>
            <ac:cxnSpMk id="43" creationId="{E1C2E33F-4B1D-4F8B-B721-96313EA29404}"/>
          </ac:cxnSpMkLst>
        </pc:cxnChg>
        <pc:cxnChg chg="add del">
          <ac:chgData name="layla hallumi" userId="a06e584fc22946d9" providerId="LiveId" clId="{4F49BF0C-5C9B-40A0-BE93-F3E463C9DB90}" dt="2024-07-11T16:18:29.315" v="1023" actId="26606"/>
          <ac:cxnSpMkLst>
            <pc:docMk/>
            <pc:sldMk cId="750961922" sldId="323"/>
            <ac:cxnSpMk id="46" creationId="{4CBC1FDF-AE13-4731-B38F-2761BDFDBB0E}"/>
          </ac:cxnSpMkLst>
        </pc:cxnChg>
        <pc:cxnChg chg="add del">
          <ac:chgData name="layla hallumi" userId="a06e584fc22946d9" providerId="LiveId" clId="{4F49BF0C-5C9B-40A0-BE93-F3E463C9DB90}" dt="2024-07-11T16:21:01.415" v="1076" actId="26606"/>
          <ac:cxnSpMkLst>
            <pc:docMk/>
            <pc:sldMk cId="750961922" sldId="323"/>
            <ac:cxnSpMk id="53" creationId="{1850A2DA-FC3C-4E59-9724-29CF2777D32C}"/>
          </ac:cxnSpMkLst>
        </pc:cxnChg>
        <pc:cxnChg chg="add del">
          <ac:chgData name="layla hallumi" userId="a06e584fc22946d9" providerId="LiveId" clId="{4F49BF0C-5C9B-40A0-BE93-F3E463C9DB90}" dt="2024-07-11T16:20:39.015" v="1068" actId="26606"/>
          <ac:cxnSpMkLst>
            <pc:docMk/>
            <pc:sldMk cId="750961922" sldId="323"/>
            <ac:cxnSpMk id="60" creationId="{3A513CAD-9784-4D35-BAF9-1F7DDD697BDB}"/>
          </ac:cxnSpMkLst>
        </pc:cxnChg>
        <pc:cxnChg chg="add del">
          <ac:chgData name="layla hallumi" userId="a06e584fc22946d9" providerId="LiveId" clId="{4F49BF0C-5C9B-40A0-BE93-F3E463C9DB90}" dt="2024-07-11T16:20:46.913" v="1071" actId="26606"/>
          <ac:cxnSpMkLst>
            <pc:docMk/>
            <pc:sldMk cId="750961922" sldId="323"/>
            <ac:cxnSpMk id="69" creationId="{CC9CF63D-A2A3-4ECF-BC53-4B0D56918FB4}"/>
          </ac:cxnSpMkLst>
        </pc:cxnChg>
        <pc:cxnChg chg="add del">
          <ac:chgData name="layla hallumi" userId="a06e584fc22946d9" providerId="LiveId" clId="{4F49BF0C-5C9B-40A0-BE93-F3E463C9DB90}" dt="2024-07-11T16:20:52.999" v="1073" actId="26606"/>
          <ac:cxnSpMkLst>
            <pc:docMk/>
            <pc:sldMk cId="750961922" sldId="323"/>
            <ac:cxnSpMk id="72" creationId="{E1C2E33F-4B1D-4F8B-B721-96313EA29404}"/>
          </ac:cxnSpMkLst>
        </pc:cxnChg>
        <pc:cxnChg chg="add del">
          <ac:chgData name="layla hallumi" userId="a06e584fc22946d9" providerId="LiveId" clId="{4F49BF0C-5C9B-40A0-BE93-F3E463C9DB90}" dt="2024-07-11T16:21:01.415" v="1076" actId="26606"/>
          <ac:cxnSpMkLst>
            <pc:docMk/>
            <pc:sldMk cId="750961922" sldId="323"/>
            <ac:cxnSpMk id="76" creationId="{4CBC1FDF-AE13-4731-B38F-2761BDFDBB0E}"/>
          </ac:cxnSpMkLst>
        </pc:cxnChg>
        <pc:cxnChg chg="add del">
          <ac:chgData name="layla hallumi" userId="a06e584fc22946d9" providerId="LiveId" clId="{4F49BF0C-5C9B-40A0-BE93-F3E463C9DB90}" dt="2024-07-11T16:24:13.305" v="1124" actId="26606"/>
          <ac:cxnSpMkLst>
            <pc:docMk/>
            <pc:sldMk cId="750961922" sldId="323"/>
            <ac:cxnSpMk id="83" creationId="{E1C2E33F-4B1D-4F8B-B721-96313EA29404}"/>
          </ac:cxnSpMkLst>
        </pc:cxnChg>
        <pc:cxnChg chg="add">
          <ac:chgData name="layla hallumi" userId="a06e584fc22946d9" providerId="LiveId" clId="{4F49BF0C-5C9B-40A0-BE93-F3E463C9DB90}" dt="2024-07-11T16:24:13.305" v="1124" actId="26606"/>
          <ac:cxnSpMkLst>
            <pc:docMk/>
            <pc:sldMk cId="750961922" sldId="323"/>
            <ac:cxnSpMk id="92" creationId="{4CBC1FDF-AE13-4731-B38F-2761BDFDBB0E}"/>
          </ac:cxnSpMkLst>
        </pc:cxnChg>
      </pc:sldChg>
      <pc:sldChg chg="addSp delSp modSp del mod ord modTransition">
        <pc:chgData name="layla hallumi" userId="a06e584fc22946d9" providerId="LiveId" clId="{4F49BF0C-5C9B-40A0-BE93-F3E463C9DB90}" dt="2024-07-14T14:08:41.118" v="1561" actId="47"/>
        <pc:sldMkLst>
          <pc:docMk/>
          <pc:sldMk cId="276486229" sldId="324"/>
        </pc:sldMkLst>
        <pc:spChg chg="del">
          <ac:chgData name="layla hallumi" userId="a06e584fc22946d9" providerId="LiveId" clId="{4F49BF0C-5C9B-40A0-BE93-F3E463C9DB90}" dt="2024-07-11T16:22:34.506" v="1095" actId="478"/>
          <ac:spMkLst>
            <pc:docMk/>
            <pc:sldMk cId="276486229" sldId="324"/>
            <ac:spMk id="2" creationId="{C3957EAB-1A32-A2FE-6656-37F9DA322CC7}"/>
          </ac:spMkLst>
        </pc:spChg>
        <pc:spChg chg="del mod">
          <ac:chgData name="layla hallumi" userId="a06e584fc22946d9" providerId="LiveId" clId="{4F49BF0C-5C9B-40A0-BE93-F3E463C9DB90}" dt="2024-07-11T16:23:32.639" v="1112" actId="21"/>
          <ac:spMkLst>
            <pc:docMk/>
            <pc:sldMk cId="276486229" sldId="324"/>
            <ac:spMk id="3" creationId="{F3D291F2-4F3B-9988-830C-3A03B6B27807}"/>
          </ac:spMkLst>
        </pc:spChg>
        <pc:spChg chg="add del mod">
          <ac:chgData name="layla hallumi" userId="a06e584fc22946d9" providerId="LiveId" clId="{4F49BF0C-5C9B-40A0-BE93-F3E463C9DB90}" dt="2024-07-11T16:22:45.340" v="1096" actId="478"/>
          <ac:spMkLst>
            <pc:docMk/>
            <pc:sldMk cId="276486229" sldId="324"/>
            <ac:spMk id="4" creationId="{D2395D09-D7C2-E466-FBF2-D8D9B7F0407F}"/>
          </ac:spMkLst>
        </pc:spChg>
        <pc:spChg chg="add del mod ord">
          <ac:chgData name="layla hallumi" userId="a06e584fc22946d9" providerId="LiveId" clId="{4F49BF0C-5C9B-40A0-BE93-F3E463C9DB90}" dt="2024-07-11T16:26:48.828" v="1164" actId="26606"/>
          <ac:spMkLst>
            <pc:docMk/>
            <pc:sldMk cId="276486229" sldId="324"/>
            <ac:spMk id="6" creationId="{A88A8B17-B987-EA55-EC78-501B9E63E004}"/>
          </ac:spMkLst>
        </pc:spChg>
        <pc:spChg chg="add mod">
          <ac:chgData name="layla hallumi" userId="a06e584fc22946d9" providerId="LiveId" clId="{4F49BF0C-5C9B-40A0-BE93-F3E463C9DB90}" dt="2024-07-11T16:26:44.795" v="1161" actId="26606"/>
          <ac:spMkLst>
            <pc:docMk/>
            <pc:sldMk cId="276486229" sldId="324"/>
            <ac:spMk id="7" creationId="{F4BD85A4-650D-880B-D1F6-099BDA432C40}"/>
          </ac:spMkLst>
        </pc:spChg>
        <pc:spChg chg="add del mod">
          <ac:chgData name="layla hallumi" userId="a06e584fc22946d9" providerId="LiveId" clId="{4F49BF0C-5C9B-40A0-BE93-F3E463C9DB90}" dt="2024-07-11T16:24:36.179" v="1139" actId="478"/>
          <ac:spMkLst>
            <pc:docMk/>
            <pc:sldMk cId="276486229" sldId="324"/>
            <ac:spMk id="9" creationId="{D15FC016-FC07-6C90-08B0-90DC862B8ED3}"/>
          </ac:spMkLst>
        </pc:spChg>
        <pc:spChg chg="add del">
          <ac:chgData name="layla hallumi" userId="a06e584fc22946d9" providerId="LiveId" clId="{4F49BF0C-5C9B-40A0-BE93-F3E463C9DB90}" dt="2024-07-11T16:26:28.052" v="1157" actId="26606"/>
          <ac:spMkLst>
            <pc:docMk/>
            <pc:sldMk cId="276486229" sldId="324"/>
            <ac:spMk id="13" creationId="{C279C8A1-C4E4-4DE9-934E-91221AC99393}"/>
          </ac:spMkLst>
        </pc:spChg>
        <pc:spChg chg="add del">
          <ac:chgData name="layla hallumi" userId="a06e584fc22946d9" providerId="LiveId" clId="{4F49BF0C-5C9B-40A0-BE93-F3E463C9DB90}" dt="2024-07-11T16:26:31.295" v="1159" actId="26606"/>
          <ac:spMkLst>
            <pc:docMk/>
            <pc:sldMk cId="276486229" sldId="324"/>
            <ac:spMk id="17" creationId="{EEE96A74-B62B-4642-AB22-7776A5F48CE7}"/>
          </ac:spMkLst>
        </pc:spChg>
        <pc:spChg chg="add del">
          <ac:chgData name="layla hallumi" userId="a06e584fc22946d9" providerId="LiveId" clId="{4F49BF0C-5C9B-40A0-BE93-F3E463C9DB90}" dt="2024-07-11T16:26:44.795" v="1161" actId="26606"/>
          <ac:spMkLst>
            <pc:docMk/>
            <pc:sldMk cId="276486229" sldId="324"/>
            <ac:spMk id="21" creationId="{EEE96A74-B62B-4642-AB22-7776A5F48CE7}"/>
          </ac:spMkLst>
        </pc:spChg>
        <pc:graphicFrameChg chg="add del">
          <ac:chgData name="layla hallumi" userId="a06e584fc22946d9" providerId="LiveId" clId="{4F49BF0C-5C9B-40A0-BE93-F3E463C9DB90}" dt="2024-07-11T16:26:31.295" v="1159" actId="26606"/>
          <ac:graphicFrameMkLst>
            <pc:docMk/>
            <pc:sldMk cId="276486229" sldId="324"/>
            <ac:graphicFrameMk id="19" creationId="{6B1E6DA6-E8F2-4E6E-8443-5B6C1E0DAB40}"/>
          </ac:graphicFrameMkLst>
        </pc:graphicFrameChg>
        <pc:graphicFrameChg chg="add del">
          <ac:chgData name="layla hallumi" userId="a06e584fc22946d9" providerId="LiveId" clId="{4F49BF0C-5C9B-40A0-BE93-F3E463C9DB90}" dt="2024-07-11T16:26:44.795" v="1161" actId="26606"/>
          <ac:graphicFrameMkLst>
            <pc:docMk/>
            <pc:sldMk cId="276486229" sldId="324"/>
            <ac:graphicFrameMk id="23" creationId="{259FC3B8-A9EE-C93B-F045-21B12BBAA0A7}"/>
          </ac:graphicFrameMkLst>
        </pc:graphicFrameChg>
        <pc:graphicFrameChg chg="add del">
          <ac:chgData name="layla hallumi" userId="a06e584fc22946d9" providerId="LiveId" clId="{4F49BF0C-5C9B-40A0-BE93-F3E463C9DB90}" dt="2024-07-11T16:26:48.808" v="1163" actId="26606"/>
          <ac:graphicFrameMkLst>
            <pc:docMk/>
            <pc:sldMk cId="276486229" sldId="324"/>
            <ac:graphicFrameMk id="25" creationId="{DAE0D883-2D4B-92E2-E639-3AE93DEAD80D}"/>
          </ac:graphicFrameMkLst>
        </pc:graphicFrameChg>
        <pc:graphicFrameChg chg="add mod">
          <ac:chgData name="layla hallumi" userId="a06e584fc22946d9" providerId="LiveId" clId="{4F49BF0C-5C9B-40A0-BE93-F3E463C9DB90}" dt="2024-07-11T16:36:37.341" v="1258" actId="27349"/>
          <ac:graphicFrameMkLst>
            <pc:docMk/>
            <pc:sldMk cId="276486229" sldId="324"/>
            <ac:graphicFrameMk id="27" creationId="{1059037E-1F12-C492-48E2-5846436B1D10}"/>
          </ac:graphicFrameMkLst>
        </pc:graphicFrameChg>
        <pc:picChg chg="add del">
          <ac:chgData name="layla hallumi" userId="a06e584fc22946d9" providerId="LiveId" clId="{4F49BF0C-5C9B-40A0-BE93-F3E463C9DB90}" dt="2024-07-11T16:26:28.052" v="1157" actId="26606"/>
          <ac:picMkLst>
            <pc:docMk/>
            <pc:sldMk cId="276486229" sldId="324"/>
            <ac:picMk id="10" creationId="{0A5ED8F2-D949-05AE-7BE2-811C6F556EED}"/>
          </ac:picMkLst>
        </pc:picChg>
        <pc:cxnChg chg="add del">
          <ac:chgData name="layla hallumi" userId="a06e584fc22946d9" providerId="LiveId" clId="{4F49BF0C-5C9B-40A0-BE93-F3E463C9DB90}" dt="2024-07-11T16:26:28.052" v="1157" actId="26606"/>
          <ac:cxnSpMkLst>
            <pc:docMk/>
            <pc:sldMk cId="276486229" sldId="324"/>
            <ac:cxnSpMk id="15" creationId="{26C7ED5D-77C4-4564-8B1A-E55609CF44C4}"/>
          </ac:cxnSpMkLst>
        </pc:cxnChg>
        <pc:cxnChg chg="add del">
          <ac:chgData name="layla hallumi" userId="a06e584fc22946d9" providerId="LiveId" clId="{4F49BF0C-5C9B-40A0-BE93-F3E463C9DB90}" dt="2024-07-11T16:26:31.295" v="1159" actId="26606"/>
          <ac:cxnSpMkLst>
            <pc:docMk/>
            <pc:sldMk cId="276486229" sldId="324"/>
            <ac:cxnSpMk id="18" creationId="{3A513CAD-9784-4D35-BAF9-1F7DDD697BDB}"/>
          </ac:cxnSpMkLst>
        </pc:cxnChg>
        <pc:cxnChg chg="add del">
          <ac:chgData name="layla hallumi" userId="a06e584fc22946d9" providerId="LiveId" clId="{4F49BF0C-5C9B-40A0-BE93-F3E463C9DB90}" dt="2024-07-11T16:26:44.795" v="1161" actId="26606"/>
          <ac:cxnSpMkLst>
            <pc:docMk/>
            <pc:sldMk cId="276486229" sldId="324"/>
            <ac:cxnSpMk id="22" creationId="{3A513CAD-9784-4D35-BAF9-1F7DDD697BDB}"/>
          </ac:cxnSpMkLst>
        </pc:cxnChg>
      </pc:sldChg>
      <pc:sldChg chg="modSp mod modTransition modAnim">
        <pc:chgData name="layla hallumi" userId="a06e584fc22946d9" providerId="LiveId" clId="{4F49BF0C-5C9B-40A0-BE93-F3E463C9DB90}" dt="2024-07-14T16:43:54.877" v="2308" actId="1076"/>
        <pc:sldMkLst>
          <pc:docMk/>
          <pc:sldMk cId="3066853048" sldId="325"/>
        </pc:sldMkLst>
        <pc:spChg chg="mod">
          <ac:chgData name="layla hallumi" userId="a06e584fc22946d9" providerId="LiveId" clId="{4F49BF0C-5C9B-40A0-BE93-F3E463C9DB90}" dt="2024-07-14T16:13:57.123" v="2061" actId="1076"/>
          <ac:spMkLst>
            <pc:docMk/>
            <pc:sldMk cId="3066853048" sldId="325"/>
            <ac:spMk id="4" creationId="{4950C73C-3DC9-18A5-4F12-400245D03126}"/>
          </ac:spMkLst>
        </pc:spChg>
        <pc:spChg chg="mod">
          <ac:chgData name="layla hallumi" userId="a06e584fc22946d9" providerId="LiveId" clId="{4F49BF0C-5C9B-40A0-BE93-F3E463C9DB90}" dt="2024-07-14T16:43:54.877" v="2308" actId="1076"/>
          <ac:spMkLst>
            <pc:docMk/>
            <pc:sldMk cId="3066853048" sldId="325"/>
            <ac:spMk id="5" creationId="{F8264984-070A-A04A-416B-7E8539221E16}"/>
          </ac:spMkLst>
        </pc:spChg>
      </pc:sldChg>
      <pc:sldChg chg="addSp delSp modSp new del mod setBg modAnim">
        <pc:chgData name="layla hallumi" userId="a06e584fc22946d9" providerId="LiveId" clId="{4F49BF0C-5C9B-40A0-BE93-F3E463C9DB90}" dt="2024-07-13T15:05:04.299" v="1283" actId="2696"/>
        <pc:sldMkLst>
          <pc:docMk/>
          <pc:sldMk cId="3932664680" sldId="326"/>
        </pc:sldMkLst>
        <pc:spChg chg="mod">
          <ac:chgData name="layla hallumi" userId="a06e584fc22946d9" providerId="LiveId" clId="{4F49BF0C-5C9B-40A0-BE93-F3E463C9DB90}" dt="2024-07-11T16:31:07.690" v="1192" actId="1076"/>
          <ac:spMkLst>
            <pc:docMk/>
            <pc:sldMk cId="3932664680" sldId="326"/>
            <ac:spMk id="2" creationId="{07BB5165-3564-7345-60F9-EFA9C4235516}"/>
          </ac:spMkLst>
        </pc:spChg>
        <pc:spChg chg="del">
          <ac:chgData name="layla hallumi" userId="a06e584fc22946d9" providerId="LiveId" clId="{4F49BF0C-5C9B-40A0-BE93-F3E463C9DB90}" dt="2024-07-11T16:29:03.458" v="1169"/>
          <ac:spMkLst>
            <pc:docMk/>
            <pc:sldMk cId="3932664680" sldId="326"/>
            <ac:spMk id="3" creationId="{E693B090-2178-82B9-8CEF-98CA1EB3FDF9}"/>
          </ac:spMkLst>
        </pc:spChg>
        <pc:spChg chg="add mod">
          <ac:chgData name="layla hallumi" userId="a06e584fc22946d9" providerId="LiveId" clId="{4F49BF0C-5C9B-40A0-BE93-F3E463C9DB90}" dt="2024-07-11T16:31:03.617" v="1190" actId="1076"/>
          <ac:spMkLst>
            <pc:docMk/>
            <pc:sldMk cId="3932664680" sldId="326"/>
            <ac:spMk id="4" creationId="{EF7C198E-05E5-CB31-D63F-E2C6C6F59550}"/>
          </ac:spMkLst>
        </pc:spChg>
        <pc:spChg chg="add del">
          <ac:chgData name="layla hallumi" userId="a06e584fc22946d9" providerId="LiveId" clId="{4F49BF0C-5C9B-40A0-BE93-F3E463C9DB90}" dt="2024-07-11T16:30:47.289" v="1178" actId="26606"/>
          <ac:spMkLst>
            <pc:docMk/>
            <pc:sldMk cId="3932664680" sldId="326"/>
            <ac:spMk id="9" creationId="{3011B0B3-5679-4759-90B8-3B908C4CBD21}"/>
          </ac:spMkLst>
        </pc:spChg>
        <pc:spChg chg="add">
          <ac:chgData name="layla hallumi" userId="a06e584fc22946d9" providerId="LiveId" clId="{4F49BF0C-5C9B-40A0-BE93-F3E463C9DB90}" dt="2024-07-11T16:30:47.309" v="1179" actId="26606"/>
          <ac:spMkLst>
            <pc:docMk/>
            <pc:sldMk cId="3932664680" sldId="326"/>
            <ac:spMk id="96" creationId="{CA5B2A81-2C8E-4963-AFD4-E539D168B475}"/>
          </ac:spMkLst>
        </pc:spChg>
        <pc:grpChg chg="add del">
          <ac:chgData name="layla hallumi" userId="a06e584fc22946d9" providerId="LiveId" clId="{4F49BF0C-5C9B-40A0-BE93-F3E463C9DB90}" dt="2024-07-11T16:30:47.289" v="1178" actId="26606"/>
          <ac:grpSpMkLst>
            <pc:docMk/>
            <pc:sldMk cId="3932664680" sldId="326"/>
            <ac:grpSpMk id="11" creationId="{BF9F7A1D-1090-4288-AA92-5E103402E3A0}"/>
          </ac:grpSpMkLst>
        </pc:grpChg>
        <pc:grpChg chg="add">
          <ac:chgData name="layla hallumi" userId="a06e584fc22946d9" providerId="LiveId" clId="{4F49BF0C-5C9B-40A0-BE93-F3E463C9DB90}" dt="2024-07-11T16:30:47.309" v="1179" actId="26606"/>
          <ac:grpSpMkLst>
            <pc:docMk/>
            <pc:sldMk cId="3932664680" sldId="326"/>
            <ac:grpSpMk id="13" creationId="{466BD917-8B7F-425F-B73C-5B9A2F1C12CF}"/>
          </ac:grpSpMkLst>
        </pc:grpChg>
        <pc:cxnChg chg="add">
          <ac:chgData name="layla hallumi" userId="a06e584fc22946d9" providerId="LiveId" clId="{4F49BF0C-5C9B-40A0-BE93-F3E463C9DB90}" dt="2024-07-11T16:30:47.309" v="1179" actId="26606"/>
          <ac:cxnSpMkLst>
            <pc:docMk/>
            <pc:sldMk cId="3932664680" sldId="326"/>
            <ac:cxnSpMk id="97" creationId="{ADEE229A-FA2F-41CD-AB19-7E8FA9B69776}"/>
          </ac:cxnSpMkLst>
        </pc:cxnChg>
      </pc:sldChg>
      <pc:sldChg chg="addSp delSp modSp new mod setBg modAnim">
        <pc:chgData name="layla hallumi" userId="a06e584fc22946d9" providerId="LiveId" clId="{4F49BF0C-5C9B-40A0-BE93-F3E463C9DB90}" dt="2024-07-14T16:23:48.079" v="2301" actId="478"/>
        <pc:sldMkLst>
          <pc:docMk/>
          <pc:sldMk cId="1673087334" sldId="327"/>
        </pc:sldMkLst>
        <pc:spChg chg="mod">
          <ac:chgData name="layla hallumi" userId="a06e584fc22946d9" providerId="LiveId" clId="{4F49BF0C-5C9B-40A0-BE93-F3E463C9DB90}" dt="2024-07-13T15:35:43.225" v="1557" actId="26606"/>
          <ac:spMkLst>
            <pc:docMk/>
            <pc:sldMk cId="1673087334" sldId="327"/>
            <ac:spMk id="2" creationId="{D7FFB8AA-0F03-166B-59E7-CE70AD201213}"/>
          </ac:spMkLst>
        </pc:spChg>
        <pc:spChg chg="del">
          <ac:chgData name="layla hallumi" userId="a06e584fc22946d9" providerId="LiveId" clId="{4F49BF0C-5C9B-40A0-BE93-F3E463C9DB90}" dt="2024-07-11T16:31:31.601" v="1194"/>
          <ac:spMkLst>
            <pc:docMk/>
            <pc:sldMk cId="1673087334" sldId="327"/>
            <ac:spMk id="3" creationId="{F17450BB-62FF-9E3A-8582-6DF98ADEA3AC}"/>
          </ac:spMkLst>
        </pc:spChg>
        <pc:spChg chg="add del mod">
          <ac:chgData name="layla hallumi" userId="a06e584fc22946d9" providerId="LiveId" clId="{4F49BF0C-5C9B-40A0-BE93-F3E463C9DB90}" dt="2024-07-11T16:31:50.780" v="1200" actId="478"/>
          <ac:spMkLst>
            <pc:docMk/>
            <pc:sldMk cId="1673087334" sldId="327"/>
            <ac:spMk id="4" creationId="{79A83B39-D299-93A5-922F-A4FFA114BCBC}"/>
          </ac:spMkLst>
        </pc:spChg>
        <pc:spChg chg="add del">
          <ac:chgData name="layla hallumi" userId="a06e584fc22946d9" providerId="LiveId" clId="{4F49BF0C-5C9B-40A0-BE93-F3E463C9DB90}" dt="2024-07-14T16:23:25.746" v="2296" actId="478"/>
          <ac:spMkLst>
            <pc:docMk/>
            <pc:sldMk cId="1673087334" sldId="327"/>
            <ac:spMk id="4" creationId="{8C288F33-72B5-7935-C917-B1887AA13F36}"/>
          </ac:spMkLst>
        </pc:spChg>
        <pc:spChg chg="add del mod ord">
          <ac:chgData name="layla hallumi" userId="a06e584fc22946d9" providerId="LiveId" clId="{4F49BF0C-5C9B-40A0-BE93-F3E463C9DB90}" dt="2024-07-14T16:23:45.673" v="2300" actId="108"/>
          <ac:spMkLst>
            <pc:docMk/>
            <pc:sldMk cId="1673087334" sldId="327"/>
            <ac:spMk id="5" creationId="{D12EA75F-3872-B6CB-F19B-9A8B29BD7122}"/>
          </ac:spMkLst>
        </pc:spChg>
        <pc:spChg chg="add del mod">
          <ac:chgData name="layla hallumi" userId="a06e584fc22946d9" providerId="LiveId" clId="{4F49BF0C-5C9B-40A0-BE93-F3E463C9DB90}" dt="2024-07-11T16:31:59.302" v="1202" actId="478"/>
          <ac:spMkLst>
            <pc:docMk/>
            <pc:sldMk cId="1673087334" sldId="327"/>
            <ac:spMk id="6" creationId="{0368BA23-FBFA-CA8B-F606-E404A679BF15}"/>
          </ac:spMkLst>
        </pc:spChg>
        <pc:spChg chg="add del">
          <ac:chgData name="layla hallumi" userId="a06e584fc22946d9" providerId="LiveId" clId="{4F49BF0C-5C9B-40A0-BE93-F3E463C9DB90}" dt="2024-07-14T16:23:48.079" v="2301" actId="478"/>
          <ac:spMkLst>
            <pc:docMk/>
            <pc:sldMk cId="1673087334" sldId="327"/>
            <ac:spMk id="6" creationId="{0920251B-B1B7-8F84-7D27-3C8BE19C09F9}"/>
          </ac:spMkLst>
        </pc:spChg>
        <pc:spChg chg="add del">
          <ac:chgData name="layla hallumi" userId="a06e584fc22946d9" providerId="LiveId" clId="{4F49BF0C-5C9B-40A0-BE93-F3E463C9DB90}" dt="2024-07-13T15:35:43.225" v="1557" actId="26606"/>
          <ac:spMkLst>
            <pc:docMk/>
            <pc:sldMk cId="1673087334" sldId="327"/>
            <ac:spMk id="8" creationId="{278D6E89-CBE0-4595-81C1-F7BA38171DF2}"/>
          </ac:spMkLst>
        </pc:spChg>
        <pc:spChg chg="add del">
          <ac:chgData name="layla hallumi" userId="a06e584fc22946d9" providerId="LiveId" clId="{4F49BF0C-5C9B-40A0-BE93-F3E463C9DB90}" dt="2024-07-11T16:34:07.635" v="1241" actId="26606"/>
          <ac:spMkLst>
            <pc:docMk/>
            <pc:sldMk cId="1673087334" sldId="327"/>
            <ac:spMk id="10" creationId="{EEE96A74-B62B-4642-AB22-7776A5F48CE7}"/>
          </ac:spMkLst>
        </pc:spChg>
        <pc:spChg chg="add del">
          <ac:chgData name="layla hallumi" userId="a06e584fc22946d9" providerId="LiveId" clId="{4F49BF0C-5C9B-40A0-BE93-F3E463C9DB90}" dt="2024-07-11T16:33:08.351" v="1211" actId="26606"/>
          <ac:spMkLst>
            <pc:docMk/>
            <pc:sldMk cId="1673087334" sldId="327"/>
            <ac:spMk id="11" creationId="{B65AA36A-D7CC-493C-A0EE-F8AC3564D17D}"/>
          </ac:spMkLst>
        </pc:spChg>
        <pc:spChg chg="add del">
          <ac:chgData name="layla hallumi" userId="a06e584fc22946d9" providerId="LiveId" clId="{4F49BF0C-5C9B-40A0-BE93-F3E463C9DB90}" dt="2024-07-11T16:33:35.822" v="1213" actId="26606"/>
          <ac:spMkLst>
            <pc:docMk/>
            <pc:sldMk cId="1673087334" sldId="327"/>
            <ac:spMk id="15" creationId="{C279C8A1-C4E4-4DE9-934E-91221AC99393}"/>
          </ac:spMkLst>
        </pc:spChg>
        <pc:spChg chg="add del">
          <ac:chgData name="layla hallumi" userId="a06e584fc22946d9" providerId="LiveId" clId="{4F49BF0C-5C9B-40A0-BE93-F3E463C9DB90}" dt="2024-07-11T16:33:52.063" v="1220" actId="26606"/>
          <ac:spMkLst>
            <pc:docMk/>
            <pc:sldMk cId="1673087334" sldId="327"/>
            <ac:spMk id="18" creationId="{3268346D-5E77-4906-AC8D-57FB88F111CD}"/>
          </ac:spMkLst>
        </pc:spChg>
        <pc:spChg chg="add del">
          <ac:chgData name="layla hallumi" userId="a06e584fc22946d9" providerId="LiveId" clId="{4F49BF0C-5C9B-40A0-BE93-F3E463C9DB90}" dt="2024-07-11T16:33:55.253" v="1222" actId="26606"/>
          <ac:spMkLst>
            <pc:docMk/>
            <pc:sldMk cId="1673087334" sldId="327"/>
            <ac:spMk id="22" creationId="{EEE96A74-B62B-4642-AB22-7776A5F48CE7}"/>
          </ac:spMkLst>
        </pc:spChg>
        <pc:spChg chg="add del">
          <ac:chgData name="layla hallumi" userId="a06e584fc22946d9" providerId="LiveId" clId="{4F49BF0C-5C9B-40A0-BE93-F3E463C9DB90}" dt="2024-07-11T16:33:56.072" v="1224" actId="26606"/>
          <ac:spMkLst>
            <pc:docMk/>
            <pc:sldMk cId="1673087334" sldId="327"/>
            <ac:spMk id="26" creationId="{DB66C9CD-6BF4-44CA-8078-0BB819080761}"/>
          </ac:spMkLst>
        </pc:spChg>
        <pc:spChg chg="add del">
          <ac:chgData name="layla hallumi" userId="a06e584fc22946d9" providerId="LiveId" clId="{4F49BF0C-5C9B-40A0-BE93-F3E463C9DB90}" dt="2024-07-11T16:33:56.072" v="1224" actId="26606"/>
          <ac:spMkLst>
            <pc:docMk/>
            <pc:sldMk cId="1673087334" sldId="327"/>
            <ac:spMk id="27" creationId="{F883A8D1-ED1B-47A1-AA44-289C080EDDB9}"/>
          </ac:spMkLst>
        </pc:spChg>
        <pc:spChg chg="add del">
          <ac:chgData name="layla hallumi" userId="a06e584fc22946d9" providerId="LiveId" clId="{4F49BF0C-5C9B-40A0-BE93-F3E463C9DB90}" dt="2024-07-11T16:33:57.187" v="1226" actId="26606"/>
          <ac:spMkLst>
            <pc:docMk/>
            <pc:sldMk cId="1673087334" sldId="327"/>
            <ac:spMk id="30" creationId="{EEE96A74-B62B-4642-AB22-7776A5F48CE7}"/>
          </ac:spMkLst>
        </pc:spChg>
        <pc:spChg chg="add del">
          <ac:chgData name="layla hallumi" userId="a06e584fc22946d9" providerId="LiveId" clId="{4F49BF0C-5C9B-40A0-BE93-F3E463C9DB90}" dt="2024-07-11T16:33:57.978" v="1228" actId="26606"/>
          <ac:spMkLst>
            <pc:docMk/>
            <pc:sldMk cId="1673087334" sldId="327"/>
            <ac:spMk id="34" creationId="{DB66C9CD-6BF4-44CA-8078-0BB819080761}"/>
          </ac:spMkLst>
        </pc:spChg>
        <pc:spChg chg="add del">
          <ac:chgData name="layla hallumi" userId="a06e584fc22946d9" providerId="LiveId" clId="{4F49BF0C-5C9B-40A0-BE93-F3E463C9DB90}" dt="2024-07-11T16:33:59.534" v="1230" actId="26606"/>
          <ac:spMkLst>
            <pc:docMk/>
            <pc:sldMk cId="1673087334" sldId="327"/>
            <ac:spMk id="61" creationId="{6D2D76E3-BBAC-4D3C-9314-D3076FA9051A}"/>
          </ac:spMkLst>
        </pc:spChg>
        <pc:spChg chg="add del">
          <ac:chgData name="layla hallumi" userId="a06e584fc22946d9" providerId="LiveId" clId="{4F49BF0C-5C9B-40A0-BE93-F3E463C9DB90}" dt="2024-07-11T16:33:59.534" v="1230" actId="26606"/>
          <ac:spMkLst>
            <pc:docMk/>
            <pc:sldMk cId="1673087334" sldId="327"/>
            <ac:spMk id="118" creationId="{D12EA75F-3872-B6CB-F19B-9A8B29BD7122}"/>
          </ac:spMkLst>
        </pc:spChg>
        <pc:spChg chg="add del">
          <ac:chgData name="layla hallumi" userId="a06e584fc22946d9" providerId="LiveId" clId="{4F49BF0C-5C9B-40A0-BE93-F3E463C9DB90}" dt="2024-07-11T16:34:00.264" v="1232" actId="26606"/>
          <ac:spMkLst>
            <pc:docMk/>
            <pc:sldMk cId="1673087334" sldId="327"/>
            <ac:spMk id="120" creationId="{EEE96A74-B62B-4642-AB22-7776A5F48CE7}"/>
          </ac:spMkLst>
        </pc:spChg>
        <pc:spChg chg="add">
          <ac:chgData name="layla hallumi" userId="a06e584fc22946d9" providerId="LiveId" clId="{4F49BF0C-5C9B-40A0-BE93-F3E463C9DB90}" dt="2024-07-13T15:35:43.225" v="1557" actId="26606"/>
          <ac:spMkLst>
            <pc:docMk/>
            <pc:sldMk cId="1673087334" sldId="327"/>
            <ac:spMk id="123" creationId="{3268346D-5E77-4906-AC8D-57FB88F111CD}"/>
          </ac:spMkLst>
        </pc:spChg>
        <pc:spChg chg="add del">
          <ac:chgData name="layla hallumi" userId="a06e584fc22946d9" providerId="LiveId" clId="{4F49BF0C-5C9B-40A0-BE93-F3E463C9DB90}" dt="2024-07-11T16:34:03.483" v="1234" actId="26606"/>
          <ac:spMkLst>
            <pc:docMk/>
            <pc:sldMk cId="1673087334" sldId="327"/>
            <ac:spMk id="124" creationId="{EEE96A74-B62B-4642-AB22-7776A5F48CE7}"/>
          </ac:spMkLst>
        </pc:spChg>
        <pc:spChg chg="add">
          <ac:chgData name="layla hallumi" userId="a06e584fc22946d9" providerId="LiveId" clId="{4F49BF0C-5C9B-40A0-BE93-F3E463C9DB90}" dt="2024-07-13T15:35:43.225" v="1557" actId="26606"/>
          <ac:spMkLst>
            <pc:docMk/>
            <pc:sldMk cId="1673087334" sldId="327"/>
            <ac:spMk id="127" creationId="{4168C6BE-41CC-4C4D-850F-F82321AE7B18}"/>
          </ac:spMkLst>
        </pc:spChg>
        <pc:spChg chg="add del">
          <ac:chgData name="layla hallumi" userId="a06e584fc22946d9" providerId="LiveId" clId="{4F49BF0C-5C9B-40A0-BE93-F3E463C9DB90}" dt="2024-07-11T16:34:05.728" v="1236" actId="26606"/>
          <ac:spMkLst>
            <pc:docMk/>
            <pc:sldMk cId="1673087334" sldId="327"/>
            <ac:spMk id="128" creationId="{EEE96A74-B62B-4642-AB22-7776A5F48CE7}"/>
          </ac:spMkLst>
        </pc:spChg>
        <pc:spChg chg="add del">
          <ac:chgData name="layla hallumi" userId="a06e584fc22946d9" providerId="LiveId" clId="{4F49BF0C-5C9B-40A0-BE93-F3E463C9DB90}" dt="2024-07-11T16:34:05.728" v="1236" actId="26606"/>
          <ac:spMkLst>
            <pc:docMk/>
            <pc:sldMk cId="1673087334" sldId="327"/>
            <ac:spMk id="130" creationId="{D12EA75F-3872-B6CB-F19B-9A8B29BD7122}"/>
          </ac:spMkLst>
        </pc:spChg>
        <pc:grpChg chg="add del">
          <ac:chgData name="layla hallumi" userId="a06e584fc22946d9" providerId="LiveId" clId="{4F49BF0C-5C9B-40A0-BE93-F3E463C9DB90}" dt="2024-07-13T15:35:43.225" v="1557" actId="26606"/>
          <ac:grpSpMkLst>
            <pc:docMk/>
            <pc:sldMk cId="1673087334" sldId="327"/>
            <ac:grpSpMk id="9" creationId="{C98E0077-C8CB-40EE-ABF7-D106ADF2465D}"/>
          </ac:grpSpMkLst>
        </pc:grpChg>
        <pc:grpChg chg="add del">
          <ac:chgData name="layla hallumi" userId="a06e584fc22946d9" providerId="LiveId" clId="{4F49BF0C-5C9B-40A0-BE93-F3E463C9DB90}" dt="2024-07-11T16:33:59.534" v="1230" actId="26606"/>
          <ac:grpSpMkLst>
            <pc:docMk/>
            <pc:sldMk cId="1673087334" sldId="327"/>
            <ac:grpSpMk id="19" creationId="{75C945D9-C3DE-4D90-9F29-7BE223AAF113}"/>
          </ac:grpSpMkLst>
        </pc:grpChg>
        <pc:grpChg chg="add del">
          <ac:chgData name="layla hallumi" userId="a06e584fc22946d9" providerId="LiveId" clId="{4F49BF0C-5C9B-40A0-BE93-F3E463C9DB90}" dt="2024-07-11T16:33:59.534" v="1230" actId="26606"/>
          <ac:grpSpMkLst>
            <pc:docMk/>
            <pc:sldMk cId="1673087334" sldId="327"/>
            <ac:grpSpMk id="64" creationId="{55C23123-3C5C-4A8B-AD1C-138D7B73D8D9}"/>
          </ac:grpSpMkLst>
        </pc:grpChg>
        <pc:graphicFrameChg chg="add del">
          <ac:chgData name="layla hallumi" userId="a06e584fc22946d9" providerId="LiveId" clId="{4F49BF0C-5C9B-40A0-BE93-F3E463C9DB90}" dt="2024-07-11T16:33:55.253" v="1222" actId="26606"/>
          <ac:graphicFrameMkLst>
            <pc:docMk/>
            <pc:sldMk cId="1673087334" sldId="327"/>
            <ac:graphicFrameMk id="24" creationId="{E3EA3BB3-391D-DC09-4EBD-19FF948B6D82}"/>
          </ac:graphicFrameMkLst>
        </pc:graphicFrameChg>
        <pc:graphicFrameChg chg="add del">
          <ac:chgData name="layla hallumi" userId="a06e584fc22946d9" providerId="LiveId" clId="{4F49BF0C-5C9B-40A0-BE93-F3E463C9DB90}" dt="2024-07-11T16:33:56.072" v="1224" actId="26606"/>
          <ac:graphicFrameMkLst>
            <pc:docMk/>
            <pc:sldMk cId="1673087334" sldId="327"/>
            <ac:graphicFrameMk id="28" creationId="{27916F76-564C-4681-3155-7830ED7930D5}"/>
          </ac:graphicFrameMkLst>
        </pc:graphicFrameChg>
        <pc:graphicFrameChg chg="add del">
          <ac:chgData name="layla hallumi" userId="a06e584fc22946d9" providerId="LiveId" clId="{4F49BF0C-5C9B-40A0-BE93-F3E463C9DB90}" dt="2024-07-11T16:33:57.187" v="1226" actId="26606"/>
          <ac:graphicFrameMkLst>
            <pc:docMk/>
            <pc:sldMk cId="1673087334" sldId="327"/>
            <ac:graphicFrameMk id="32" creationId="{763FB187-80BA-AE58-B4C6-194D89FB9928}"/>
          </ac:graphicFrameMkLst>
        </pc:graphicFrameChg>
        <pc:graphicFrameChg chg="add del">
          <ac:chgData name="layla hallumi" userId="a06e584fc22946d9" providerId="LiveId" clId="{4F49BF0C-5C9B-40A0-BE93-F3E463C9DB90}" dt="2024-07-11T16:33:57.978" v="1228" actId="26606"/>
          <ac:graphicFrameMkLst>
            <pc:docMk/>
            <pc:sldMk cId="1673087334" sldId="327"/>
            <ac:graphicFrameMk id="36" creationId="{726EFAFA-6AE0-ABDB-EB76-47D5268860E5}"/>
          </ac:graphicFrameMkLst>
        </pc:graphicFrameChg>
        <pc:graphicFrameChg chg="add del">
          <ac:chgData name="layla hallumi" userId="a06e584fc22946d9" providerId="LiveId" clId="{4F49BF0C-5C9B-40A0-BE93-F3E463C9DB90}" dt="2024-07-11T16:34:00.264" v="1232" actId="26606"/>
          <ac:graphicFrameMkLst>
            <pc:docMk/>
            <pc:sldMk cId="1673087334" sldId="327"/>
            <ac:graphicFrameMk id="122" creationId="{04FFE2C0-3535-0282-4EED-E890C2701992}"/>
          </ac:graphicFrameMkLst>
        </pc:graphicFrameChg>
        <pc:graphicFrameChg chg="add del">
          <ac:chgData name="layla hallumi" userId="a06e584fc22946d9" providerId="LiveId" clId="{4F49BF0C-5C9B-40A0-BE93-F3E463C9DB90}" dt="2024-07-11T16:34:03.483" v="1234" actId="26606"/>
          <ac:graphicFrameMkLst>
            <pc:docMk/>
            <pc:sldMk cId="1673087334" sldId="327"/>
            <ac:graphicFrameMk id="126" creationId="{EE27F1CC-ADD7-4328-F659-5BDDCF7EEA64}"/>
          </ac:graphicFrameMkLst>
        </pc:graphicFrameChg>
        <pc:picChg chg="add mod">
          <ac:chgData name="layla hallumi" userId="a06e584fc22946d9" providerId="LiveId" clId="{4F49BF0C-5C9B-40A0-BE93-F3E463C9DB90}" dt="2024-07-13T15:35:56.657" v="1559" actId="27614"/>
          <ac:picMkLst>
            <pc:docMk/>
            <pc:sldMk cId="1673087334" sldId="327"/>
            <ac:picMk id="3" creationId="{36585CFE-DADA-97FA-71C7-7605FDF3C201}"/>
          </ac:picMkLst>
        </pc:picChg>
        <pc:picChg chg="add del">
          <ac:chgData name="layla hallumi" userId="a06e584fc22946d9" providerId="LiveId" clId="{4F49BF0C-5C9B-40A0-BE93-F3E463C9DB90}" dt="2024-07-11T16:33:08.351" v="1211" actId="26606"/>
          <ac:picMkLst>
            <pc:docMk/>
            <pc:sldMk cId="1673087334" sldId="327"/>
            <ac:picMk id="7" creationId="{82454D66-5952-C55F-E7F9-59B372915B84}"/>
          </ac:picMkLst>
        </pc:picChg>
        <pc:picChg chg="add del">
          <ac:chgData name="layla hallumi" userId="a06e584fc22946d9" providerId="LiveId" clId="{4F49BF0C-5C9B-40A0-BE93-F3E463C9DB90}" dt="2024-07-11T16:33:52.063" v="1220" actId="26606"/>
          <ac:picMkLst>
            <pc:docMk/>
            <pc:sldMk cId="1673087334" sldId="327"/>
            <ac:picMk id="14" creationId="{409C331B-0C91-773C-1BFA-94937D00339C}"/>
          </ac:picMkLst>
        </pc:picChg>
        <pc:picChg chg="add del">
          <ac:chgData name="layla hallumi" userId="a06e584fc22946d9" providerId="LiveId" clId="{4F49BF0C-5C9B-40A0-BE93-F3E463C9DB90}" dt="2024-07-11T16:33:35.822" v="1213" actId="26606"/>
          <ac:picMkLst>
            <pc:docMk/>
            <pc:sldMk cId="1673087334" sldId="327"/>
            <ac:picMk id="16" creationId="{CD6809F3-4156-24A2-12B0-C29ABAE4CB66}"/>
          </ac:picMkLst>
        </pc:picChg>
        <pc:cxnChg chg="add del">
          <ac:chgData name="layla hallumi" userId="a06e584fc22946d9" providerId="LiveId" clId="{4F49BF0C-5C9B-40A0-BE93-F3E463C9DB90}" dt="2024-07-11T16:34:07.635" v="1241" actId="26606"/>
          <ac:cxnSpMkLst>
            <pc:docMk/>
            <pc:sldMk cId="1673087334" sldId="327"/>
            <ac:cxnSpMk id="12" creationId="{4B3C268A-06CC-4310-BA94-F0B6B6E8CFD3}"/>
          </ac:cxnSpMkLst>
        </pc:cxnChg>
        <pc:cxnChg chg="add del">
          <ac:chgData name="layla hallumi" userId="a06e584fc22946d9" providerId="LiveId" clId="{4F49BF0C-5C9B-40A0-BE93-F3E463C9DB90}" dt="2024-07-11T16:33:08.351" v="1211" actId="26606"/>
          <ac:cxnSpMkLst>
            <pc:docMk/>
            <pc:sldMk cId="1673087334" sldId="327"/>
            <ac:cxnSpMk id="13" creationId="{E1C2E33F-4B1D-4F8B-B721-96313EA29404}"/>
          </ac:cxnSpMkLst>
        </pc:cxnChg>
        <pc:cxnChg chg="add del">
          <ac:chgData name="layla hallumi" userId="a06e584fc22946d9" providerId="LiveId" clId="{4F49BF0C-5C9B-40A0-BE93-F3E463C9DB90}" dt="2024-07-11T16:33:35.822" v="1213" actId="26606"/>
          <ac:cxnSpMkLst>
            <pc:docMk/>
            <pc:sldMk cId="1673087334" sldId="327"/>
            <ac:cxnSpMk id="17" creationId="{26C7ED5D-77C4-4564-8B1A-E55609CF44C4}"/>
          </ac:cxnSpMkLst>
        </pc:cxnChg>
        <pc:cxnChg chg="add del">
          <ac:chgData name="layla hallumi" userId="a06e584fc22946d9" providerId="LiveId" clId="{4F49BF0C-5C9B-40A0-BE93-F3E463C9DB90}" dt="2024-07-11T16:33:52.063" v="1220" actId="26606"/>
          <ac:cxnSpMkLst>
            <pc:docMk/>
            <pc:sldMk cId="1673087334" sldId="327"/>
            <ac:cxnSpMk id="20" creationId="{4CBC1FDF-AE13-4731-B38F-2761BDFDBB0E}"/>
          </ac:cxnSpMkLst>
        </pc:cxnChg>
        <pc:cxnChg chg="add del">
          <ac:chgData name="layla hallumi" userId="a06e584fc22946d9" providerId="LiveId" clId="{4F49BF0C-5C9B-40A0-BE93-F3E463C9DB90}" dt="2024-07-11T16:33:55.253" v="1222" actId="26606"/>
          <ac:cxnSpMkLst>
            <pc:docMk/>
            <pc:sldMk cId="1673087334" sldId="327"/>
            <ac:cxnSpMk id="23" creationId="{9B4757C4-228A-47E5-94C8-058312AB27F8}"/>
          </ac:cxnSpMkLst>
        </pc:cxnChg>
        <pc:cxnChg chg="add del">
          <ac:chgData name="layla hallumi" userId="a06e584fc22946d9" providerId="LiveId" clId="{4F49BF0C-5C9B-40A0-BE93-F3E463C9DB90}" dt="2024-07-11T16:33:57.187" v="1226" actId="26606"/>
          <ac:cxnSpMkLst>
            <pc:docMk/>
            <pc:sldMk cId="1673087334" sldId="327"/>
            <ac:cxnSpMk id="31" creationId="{9B4757C4-228A-47E5-94C8-058312AB27F8}"/>
          </ac:cxnSpMkLst>
        </pc:cxnChg>
        <pc:cxnChg chg="add del">
          <ac:chgData name="layla hallumi" userId="a06e584fc22946d9" providerId="LiveId" clId="{4F49BF0C-5C9B-40A0-BE93-F3E463C9DB90}" dt="2024-07-11T16:33:57.978" v="1228" actId="26606"/>
          <ac:cxnSpMkLst>
            <pc:docMk/>
            <pc:sldMk cId="1673087334" sldId="327"/>
            <ac:cxnSpMk id="35" creationId="{D9BF9BF3-7E9D-458B-A5D2-E730C5FFD0CD}"/>
          </ac:cxnSpMkLst>
        </pc:cxnChg>
        <pc:cxnChg chg="add del">
          <ac:chgData name="layla hallumi" userId="a06e584fc22946d9" providerId="LiveId" clId="{4F49BF0C-5C9B-40A0-BE93-F3E463C9DB90}" dt="2024-07-11T16:33:59.534" v="1230" actId="26606"/>
          <ac:cxnSpMkLst>
            <pc:docMk/>
            <pc:sldMk cId="1673087334" sldId="327"/>
            <ac:cxnSpMk id="62" creationId="{22725E2D-27B9-4A2E-B161-230C61B08082}"/>
          </ac:cxnSpMkLst>
        </pc:cxnChg>
        <pc:cxnChg chg="add del">
          <ac:chgData name="layla hallumi" userId="a06e584fc22946d9" providerId="LiveId" clId="{4F49BF0C-5C9B-40A0-BE93-F3E463C9DB90}" dt="2024-07-13T15:35:43.225" v="1557" actId="26606"/>
          <ac:cxnSpMkLst>
            <pc:docMk/>
            <pc:sldMk cId="1673087334" sldId="327"/>
            <ac:cxnSpMk id="96" creationId="{108A6C55-1C94-4869-9E37-A584104F918E}"/>
          </ac:cxnSpMkLst>
        </pc:cxnChg>
        <pc:cxnChg chg="add del">
          <ac:chgData name="layla hallumi" userId="a06e584fc22946d9" providerId="LiveId" clId="{4F49BF0C-5C9B-40A0-BE93-F3E463C9DB90}" dt="2024-07-11T16:34:00.264" v="1232" actId="26606"/>
          <ac:cxnSpMkLst>
            <pc:docMk/>
            <pc:sldMk cId="1673087334" sldId="327"/>
            <ac:cxnSpMk id="121" creationId="{4B3C268A-06CC-4310-BA94-F0B6B6E8CFD3}"/>
          </ac:cxnSpMkLst>
        </pc:cxnChg>
        <pc:cxnChg chg="add del">
          <ac:chgData name="layla hallumi" userId="a06e584fc22946d9" providerId="LiveId" clId="{4F49BF0C-5C9B-40A0-BE93-F3E463C9DB90}" dt="2024-07-11T16:34:03.483" v="1234" actId="26606"/>
          <ac:cxnSpMkLst>
            <pc:docMk/>
            <pc:sldMk cId="1673087334" sldId="327"/>
            <ac:cxnSpMk id="125" creationId="{4B3C268A-06CC-4310-BA94-F0B6B6E8CFD3}"/>
          </ac:cxnSpMkLst>
        </pc:cxnChg>
        <pc:cxnChg chg="add del">
          <ac:chgData name="layla hallumi" userId="a06e584fc22946d9" providerId="LiveId" clId="{4F49BF0C-5C9B-40A0-BE93-F3E463C9DB90}" dt="2024-07-11T16:34:05.728" v="1236" actId="26606"/>
          <ac:cxnSpMkLst>
            <pc:docMk/>
            <pc:sldMk cId="1673087334" sldId="327"/>
            <ac:cxnSpMk id="129" creationId="{4B3C268A-06CC-4310-BA94-F0B6B6E8CFD3}"/>
          </ac:cxnSpMkLst>
        </pc:cxnChg>
        <pc:cxnChg chg="add">
          <ac:chgData name="layla hallumi" userId="a06e584fc22946d9" providerId="LiveId" clId="{4F49BF0C-5C9B-40A0-BE93-F3E463C9DB90}" dt="2024-07-13T15:35:43.225" v="1557" actId="26606"/>
          <ac:cxnSpMkLst>
            <pc:docMk/>
            <pc:sldMk cId="1673087334" sldId="327"/>
            <ac:cxnSpMk id="131" creationId="{4CBC1FDF-AE13-4731-B38F-2761BDFDBB0E}"/>
          </ac:cxnSpMkLst>
        </pc:cxnChg>
      </pc:sldChg>
      <pc:sldChg chg="addSp delSp modSp new mod modMedia setBg delAnim modAnim">
        <pc:chgData name="layla hallumi" userId="a06e584fc22946d9" providerId="LiveId" clId="{4F49BF0C-5C9B-40A0-BE93-F3E463C9DB90}" dt="2024-07-13T15:28:20.205" v="1552"/>
        <pc:sldMkLst>
          <pc:docMk/>
          <pc:sldMk cId="4112263223" sldId="328"/>
        </pc:sldMkLst>
        <pc:spChg chg="del">
          <ac:chgData name="layla hallumi" userId="a06e584fc22946d9" providerId="LiveId" clId="{4F49BF0C-5C9B-40A0-BE93-F3E463C9DB90}" dt="2024-07-13T15:13:53.706" v="1285" actId="478"/>
          <ac:spMkLst>
            <pc:docMk/>
            <pc:sldMk cId="4112263223" sldId="328"/>
            <ac:spMk id="2" creationId="{E49FAF4B-8F42-16A3-6C54-32B6CE757180}"/>
          </ac:spMkLst>
        </pc:spChg>
        <pc:spChg chg="mod ord">
          <ac:chgData name="layla hallumi" userId="a06e584fc22946d9" providerId="LiveId" clId="{4F49BF0C-5C9B-40A0-BE93-F3E463C9DB90}" dt="2024-07-13T15:28:18.878" v="1550" actId="26606"/>
          <ac:spMkLst>
            <pc:docMk/>
            <pc:sldMk cId="4112263223" sldId="328"/>
            <ac:spMk id="3" creationId="{F052F669-6CC2-18A8-1DAE-B9741587A372}"/>
          </ac:spMkLst>
        </pc:spChg>
        <pc:spChg chg="add mod">
          <ac:chgData name="layla hallumi" userId="a06e584fc22946d9" providerId="LiveId" clId="{4F49BF0C-5C9B-40A0-BE93-F3E463C9DB90}" dt="2024-07-13T15:28:18.878" v="1550" actId="26606"/>
          <ac:spMkLst>
            <pc:docMk/>
            <pc:sldMk cId="4112263223" sldId="328"/>
            <ac:spMk id="4" creationId="{89811145-8268-EE0F-6E3A-DEA6E0A002E8}"/>
          </ac:spMkLst>
        </pc:spChg>
        <pc:spChg chg="add del">
          <ac:chgData name="layla hallumi" userId="a06e584fc22946d9" providerId="LiveId" clId="{4F49BF0C-5C9B-40A0-BE93-F3E463C9DB90}" dt="2024-07-13T15:28:18.825" v="1549" actId="26606"/>
          <ac:spMkLst>
            <pc:docMk/>
            <pc:sldMk cId="4112263223" sldId="328"/>
            <ac:spMk id="7" creationId="{44CA2EAD-E7C7-4F64-924A-52D34FD759C7}"/>
          </ac:spMkLst>
        </pc:spChg>
        <pc:spChg chg="add del">
          <ac:chgData name="layla hallumi" userId="a06e584fc22946d9" providerId="LiveId" clId="{4F49BF0C-5C9B-40A0-BE93-F3E463C9DB90}" dt="2024-07-13T15:27:52.214" v="1537" actId="26606"/>
          <ac:spMkLst>
            <pc:docMk/>
            <pc:sldMk cId="4112263223" sldId="328"/>
            <ac:spMk id="9" creationId="{CA5B2A81-2C8E-4963-AFD4-E539D168B475}"/>
          </ac:spMkLst>
        </pc:spChg>
        <pc:spChg chg="add del">
          <ac:chgData name="layla hallumi" userId="a06e584fc22946d9" providerId="LiveId" clId="{4F49BF0C-5C9B-40A0-BE93-F3E463C9DB90}" dt="2024-07-13T15:27:41.295" v="1531" actId="26606"/>
          <ac:spMkLst>
            <pc:docMk/>
            <pc:sldMk cId="4112263223" sldId="328"/>
            <ac:spMk id="10" creationId="{1F4CD6D0-88B6-45F4-AC60-54587D3C92A0}"/>
          </ac:spMkLst>
        </pc:spChg>
        <pc:spChg chg="add del">
          <ac:chgData name="layla hallumi" userId="a06e584fc22946d9" providerId="LiveId" clId="{4F49BF0C-5C9B-40A0-BE93-F3E463C9DB90}" dt="2024-07-13T15:27:41.295" v="1531" actId="26606"/>
          <ac:spMkLst>
            <pc:docMk/>
            <pc:sldMk cId="4112263223" sldId="328"/>
            <ac:spMk id="12" creationId="{DCFCE6BC-4706-49A2-816A-A44669F98A30}"/>
          </ac:spMkLst>
        </pc:spChg>
        <pc:spChg chg="add">
          <ac:chgData name="layla hallumi" userId="a06e584fc22946d9" providerId="LiveId" clId="{4F49BF0C-5C9B-40A0-BE93-F3E463C9DB90}" dt="2024-07-13T15:28:18.878" v="1550" actId="26606"/>
          <ac:spMkLst>
            <pc:docMk/>
            <pc:sldMk cId="4112263223" sldId="328"/>
            <ac:spMk id="15" creationId="{1F4CD6D0-88B6-45F4-AC60-54587D3C92A0}"/>
          </ac:spMkLst>
        </pc:spChg>
        <pc:spChg chg="add del">
          <ac:chgData name="layla hallumi" userId="a06e584fc22946d9" providerId="LiveId" clId="{4F49BF0C-5C9B-40A0-BE93-F3E463C9DB90}" dt="2024-07-13T15:27:43.584" v="1533" actId="26606"/>
          <ac:spMkLst>
            <pc:docMk/>
            <pc:sldMk cId="4112263223" sldId="328"/>
            <ac:spMk id="16" creationId="{1F4CD6D0-88B6-45F4-AC60-54587D3C92A0}"/>
          </ac:spMkLst>
        </pc:spChg>
        <pc:spChg chg="add del">
          <ac:chgData name="layla hallumi" userId="a06e584fc22946d9" providerId="LiveId" clId="{4F49BF0C-5C9B-40A0-BE93-F3E463C9DB90}" dt="2024-07-13T15:27:43.584" v="1533" actId="26606"/>
          <ac:spMkLst>
            <pc:docMk/>
            <pc:sldMk cId="4112263223" sldId="328"/>
            <ac:spMk id="18" creationId="{DCFCE6BC-4706-49A2-816A-A44669F98A30}"/>
          </ac:spMkLst>
        </pc:spChg>
        <pc:spChg chg="add">
          <ac:chgData name="layla hallumi" userId="a06e584fc22946d9" providerId="LiveId" clId="{4F49BF0C-5C9B-40A0-BE93-F3E463C9DB90}" dt="2024-07-13T15:28:18.878" v="1550" actId="26606"/>
          <ac:spMkLst>
            <pc:docMk/>
            <pc:sldMk cId="4112263223" sldId="328"/>
            <ac:spMk id="21" creationId="{DCFCE6BC-4706-49A2-816A-A44669F98A30}"/>
          </ac:spMkLst>
        </pc:spChg>
        <pc:spChg chg="add del">
          <ac:chgData name="layla hallumi" userId="a06e584fc22946d9" providerId="LiveId" clId="{4F49BF0C-5C9B-40A0-BE93-F3E463C9DB90}" dt="2024-07-13T15:27:45.218" v="1535" actId="26606"/>
          <ac:spMkLst>
            <pc:docMk/>
            <pc:sldMk cId="4112263223" sldId="328"/>
            <ac:spMk id="25" creationId="{1F4CD6D0-88B6-45F4-AC60-54587D3C92A0}"/>
          </ac:spMkLst>
        </pc:spChg>
        <pc:spChg chg="add del">
          <ac:chgData name="layla hallumi" userId="a06e584fc22946d9" providerId="LiveId" clId="{4F49BF0C-5C9B-40A0-BE93-F3E463C9DB90}" dt="2024-07-13T15:27:45.218" v="1535" actId="26606"/>
          <ac:spMkLst>
            <pc:docMk/>
            <pc:sldMk cId="4112263223" sldId="328"/>
            <ac:spMk id="27" creationId="{3092D32E-B1E6-4335-BD86-8461882A79A5}"/>
          </ac:spMkLst>
        </pc:spChg>
        <pc:spChg chg="add del">
          <ac:chgData name="layla hallumi" userId="a06e584fc22946d9" providerId="LiveId" clId="{4F49BF0C-5C9B-40A0-BE93-F3E463C9DB90}" dt="2024-07-13T15:27:57.532" v="1541" actId="26606"/>
          <ac:spMkLst>
            <pc:docMk/>
            <pc:sldMk cId="4112263223" sldId="328"/>
            <ac:spMk id="114" creationId="{3011B0B3-5679-4759-90B8-3B908C4CBD21}"/>
          </ac:spMkLst>
        </pc:spChg>
        <pc:spChg chg="add del">
          <ac:chgData name="layla hallumi" userId="a06e584fc22946d9" providerId="LiveId" clId="{4F49BF0C-5C9B-40A0-BE93-F3E463C9DB90}" dt="2024-07-13T15:27:57.532" v="1541" actId="26606"/>
          <ac:spMkLst>
            <pc:docMk/>
            <pc:sldMk cId="4112263223" sldId="328"/>
            <ac:spMk id="116" creationId="{767E5D14-5396-4D7B-996A-7BFD00576139}"/>
          </ac:spMkLst>
        </pc:spChg>
        <pc:spChg chg="add del">
          <ac:chgData name="layla hallumi" userId="a06e584fc22946d9" providerId="LiveId" clId="{4F49BF0C-5C9B-40A0-BE93-F3E463C9DB90}" dt="2024-07-13T15:28:00.617" v="1543" actId="26606"/>
          <ac:spMkLst>
            <pc:docMk/>
            <pc:sldMk cId="4112263223" sldId="328"/>
            <ac:spMk id="123" creationId="{1F4CD6D0-88B6-45F4-AC60-54587D3C92A0}"/>
          </ac:spMkLst>
        </pc:spChg>
        <pc:spChg chg="add del">
          <ac:chgData name="layla hallumi" userId="a06e584fc22946d9" providerId="LiveId" clId="{4F49BF0C-5C9B-40A0-BE93-F3E463C9DB90}" dt="2024-07-13T15:28:00.617" v="1543" actId="26606"/>
          <ac:spMkLst>
            <pc:docMk/>
            <pc:sldMk cId="4112263223" sldId="328"/>
            <ac:spMk id="125" creationId="{3092D32E-B1E6-4335-BD86-8461882A79A5}"/>
          </ac:spMkLst>
        </pc:spChg>
        <pc:spChg chg="add del">
          <ac:chgData name="layla hallumi" userId="a06e584fc22946d9" providerId="LiveId" clId="{4F49BF0C-5C9B-40A0-BE93-F3E463C9DB90}" dt="2024-07-13T15:28:14.839" v="1547" actId="26606"/>
          <ac:spMkLst>
            <pc:docMk/>
            <pc:sldMk cId="4112263223" sldId="328"/>
            <ac:spMk id="138" creationId="{44CA2EAD-E7C7-4F64-924A-52D34FD759C7}"/>
          </ac:spMkLst>
        </pc:spChg>
        <pc:spChg chg="add del">
          <ac:chgData name="layla hallumi" userId="a06e584fc22946d9" providerId="LiveId" clId="{4F49BF0C-5C9B-40A0-BE93-F3E463C9DB90}" dt="2024-07-13T15:28:14.412" v="1546" actId="26606"/>
          <ac:spMkLst>
            <pc:docMk/>
            <pc:sldMk cId="4112263223" sldId="328"/>
            <ac:spMk id="145" creationId="{3011B0B3-5679-4759-90B8-3B908C4CBD21}"/>
          </ac:spMkLst>
        </pc:spChg>
        <pc:spChg chg="add del">
          <ac:chgData name="layla hallumi" userId="a06e584fc22946d9" providerId="LiveId" clId="{4F49BF0C-5C9B-40A0-BE93-F3E463C9DB90}" dt="2024-07-13T15:28:14.412" v="1546" actId="26606"/>
          <ac:spMkLst>
            <pc:docMk/>
            <pc:sldMk cId="4112263223" sldId="328"/>
            <ac:spMk id="147" creationId="{767E5D14-5396-4D7B-996A-7BFD00576139}"/>
          </ac:spMkLst>
        </pc:spChg>
        <pc:grpChg chg="add del">
          <ac:chgData name="layla hallumi" userId="a06e584fc22946d9" providerId="LiveId" clId="{4F49BF0C-5C9B-40A0-BE93-F3E463C9DB90}" dt="2024-07-13T15:27:52.214" v="1537" actId="26606"/>
          <ac:grpSpMkLst>
            <pc:docMk/>
            <pc:sldMk cId="4112263223" sldId="328"/>
            <ac:grpSpMk id="11" creationId="{29578809-4F8C-4A9B-A59D-0D7BDA6B179C}"/>
          </ac:grpSpMkLst>
        </pc:grpChg>
        <pc:grpChg chg="add del">
          <ac:chgData name="layla hallumi" userId="a06e584fc22946d9" providerId="LiveId" clId="{4F49BF0C-5C9B-40A0-BE93-F3E463C9DB90}" dt="2024-07-13T15:27:45.218" v="1535" actId="26606"/>
          <ac:grpSpMkLst>
            <pc:docMk/>
            <pc:sldMk cId="4112263223" sldId="328"/>
            <ac:grpSpMk id="28" creationId="{DF3051BA-EC19-4D8D-B5E3-10AF20026F03}"/>
          </ac:grpSpMkLst>
        </pc:grpChg>
        <pc:grpChg chg="add del">
          <ac:chgData name="layla hallumi" userId="a06e584fc22946d9" providerId="LiveId" clId="{4F49BF0C-5C9B-40A0-BE93-F3E463C9DB90}" dt="2024-07-13T15:27:52.214" v="1537" actId="26606"/>
          <ac:grpSpMkLst>
            <pc:docMk/>
            <pc:sldMk cId="4112263223" sldId="328"/>
            <ac:grpSpMk id="56" creationId="{E69E4645-4CFC-4C14-9639-295E67859300}"/>
          </ac:grpSpMkLst>
        </pc:grpChg>
        <pc:grpChg chg="add del">
          <ac:chgData name="layla hallumi" userId="a06e584fc22946d9" providerId="LiveId" clId="{4F49BF0C-5C9B-40A0-BE93-F3E463C9DB90}" dt="2024-07-13T15:27:57.532" v="1541" actId="26606"/>
          <ac:grpSpMkLst>
            <pc:docMk/>
            <pc:sldMk cId="4112263223" sldId="328"/>
            <ac:grpSpMk id="117" creationId="{E14350AE-EC1C-4F25-89C0-954A46AD8132}"/>
          </ac:grpSpMkLst>
        </pc:grpChg>
        <pc:grpChg chg="add del">
          <ac:chgData name="layla hallumi" userId="a06e584fc22946d9" providerId="LiveId" clId="{4F49BF0C-5C9B-40A0-BE93-F3E463C9DB90}" dt="2024-07-13T15:28:00.617" v="1543" actId="26606"/>
          <ac:grpSpMkLst>
            <pc:docMk/>
            <pc:sldMk cId="4112263223" sldId="328"/>
            <ac:grpSpMk id="126" creationId="{53D83BC4-A03A-4B80-BE2E-AB1542ABAD46}"/>
          </ac:grpSpMkLst>
        </pc:grpChg>
        <pc:grpChg chg="add del">
          <ac:chgData name="layla hallumi" userId="a06e584fc22946d9" providerId="LiveId" clId="{4F49BF0C-5C9B-40A0-BE93-F3E463C9DB90}" dt="2024-07-13T15:28:14.412" v="1546" actId="26606"/>
          <ac:grpSpMkLst>
            <pc:docMk/>
            <pc:sldMk cId="4112263223" sldId="328"/>
            <ac:grpSpMk id="149" creationId="{E14350AE-EC1C-4F25-89C0-954A46AD8132}"/>
          </ac:grpSpMkLst>
        </pc:grpChg>
        <pc:picChg chg="add del mod">
          <ac:chgData name="layla hallumi" userId="a06e584fc22946d9" providerId="LiveId" clId="{4F49BF0C-5C9B-40A0-BE93-F3E463C9DB90}" dt="2024-07-13T15:27:41.295" v="1531" actId="26606"/>
          <ac:picMkLst>
            <pc:docMk/>
            <pc:sldMk cId="4112263223" sldId="328"/>
            <ac:picMk id="6" creationId="{0B21A33C-5A8D-403E-5EFD-A1E8EF6D7CCC}"/>
          </ac:picMkLst>
        </pc:picChg>
        <pc:picChg chg="add del">
          <ac:chgData name="layla hallumi" userId="a06e584fc22946d9" providerId="LiveId" clId="{4F49BF0C-5C9B-40A0-BE93-F3E463C9DB90}" dt="2024-07-13T15:28:18.825" v="1549" actId="26606"/>
          <ac:picMkLst>
            <pc:docMk/>
            <pc:sldMk cId="4112263223" sldId="328"/>
            <ac:picMk id="8" creationId="{95BE6F60-12F1-3DEB-B7BC-D2D19CDAAA23}"/>
          </ac:picMkLst>
        </pc:picChg>
        <pc:picChg chg="add del">
          <ac:chgData name="layla hallumi" userId="a06e584fc22946d9" providerId="LiveId" clId="{4F49BF0C-5C9B-40A0-BE93-F3E463C9DB90}" dt="2024-07-13T15:27:43.584" v="1533" actId="26606"/>
          <ac:picMkLst>
            <pc:docMk/>
            <pc:sldMk cId="4112263223" sldId="328"/>
            <ac:picMk id="17" creationId="{23CFF40A-7882-0088-F272-7706D469DB10}"/>
          </ac:picMkLst>
        </pc:picChg>
        <pc:picChg chg="add mod">
          <ac:chgData name="layla hallumi" userId="a06e584fc22946d9" providerId="LiveId" clId="{4F49BF0C-5C9B-40A0-BE93-F3E463C9DB90}" dt="2024-07-13T15:28:20.205" v="1552"/>
          <ac:picMkLst>
            <pc:docMk/>
            <pc:sldMk cId="4112263223" sldId="328"/>
            <ac:picMk id="20" creationId="{F6042C05-4091-3314-6153-F8136007305B}"/>
          </ac:picMkLst>
        </pc:picChg>
        <pc:picChg chg="add del">
          <ac:chgData name="layla hallumi" userId="a06e584fc22946d9" providerId="LiveId" clId="{4F49BF0C-5C9B-40A0-BE93-F3E463C9DB90}" dt="2024-07-13T15:27:45.218" v="1535" actId="26606"/>
          <ac:picMkLst>
            <pc:docMk/>
            <pc:sldMk cId="4112263223" sldId="328"/>
            <ac:picMk id="26" creationId="{B77557F8-ECB9-0B1B-CB45-294C08C657DC}"/>
          </ac:picMkLst>
        </pc:picChg>
        <pc:picChg chg="add del mod">
          <ac:chgData name="layla hallumi" userId="a06e584fc22946d9" providerId="LiveId" clId="{4F49BF0C-5C9B-40A0-BE93-F3E463C9DB90}" dt="2024-07-13T15:27:57.532" v="1541" actId="26606"/>
          <ac:picMkLst>
            <pc:docMk/>
            <pc:sldMk cId="4112263223" sldId="328"/>
            <ac:picMk id="115" creationId="{66F7EE01-D47F-900B-F29E-E6396749BF81}"/>
          </ac:picMkLst>
        </pc:picChg>
        <pc:picChg chg="add del">
          <ac:chgData name="layla hallumi" userId="a06e584fc22946d9" providerId="LiveId" clId="{4F49BF0C-5C9B-40A0-BE93-F3E463C9DB90}" dt="2024-07-13T15:28:00.617" v="1543" actId="26606"/>
          <ac:picMkLst>
            <pc:docMk/>
            <pc:sldMk cId="4112263223" sldId="328"/>
            <ac:picMk id="124" creationId="{39233A0A-8585-D118-34B0-61D0B6403527}"/>
          </ac:picMkLst>
        </pc:picChg>
        <pc:picChg chg="add del mod ord">
          <ac:chgData name="layla hallumi" userId="a06e584fc22946d9" providerId="LiveId" clId="{4F49BF0C-5C9B-40A0-BE93-F3E463C9DB90}" dt="2024-07-13T15:28:14.839" v="1547" actId="26606"/>
          <ac:picMkLst>
            <pc:docMk/>
            <pc:sldMk cId="4112263223" sldId="328"/>
            <ac:picMk id="139" creationId="{0BE2457D-82EF-803F-43CD-5FBE5BAFFD76}"/>
          </ac:picMkLst>
        </pc:picChg>
        <pc:cxnChg chg="add del">
          <ac:chgData name="layla hallumi" userId="a06e584fc22946d9" providerId="LiveId" clId="{4F49BF0C-5C9B-40A0-BE93-F3E463C9DB90}" dt="2024-07-13T15:28:18.825" v="1549" actId="26606"/>
          <ac:cxnSpMkLst>
            <pc:docMk/>
            <pc:sldMk cId="4112263223" sldId="328"/>
            <ac:cxnSpMk id="13" creationId="{9E7C23BC-DAA6-40E1-8166-B8C4439D1430}"/>
          </ac:cxnSpMkLst>
        </pc:cxnChg>
        <pc:cxnChg chg="add del">
          <ac:chgData name="layla hallumi" userId="a06e584fc22946d9" providerId="LiveId" clId="{4F49BF0C-5C9B-40A0-BE93-F3E463C9DB90}" dt="2024-07-13T15:27:41.295" v="1531" actId="26606"/>
          <ac:cxnSpMkLst>
            <pc:docMk/>
            <pc:sldMk cId="4112263223" sldId="328"/>
            <ac:cxnSpMk id="14" creationId="{9E7C23BC-DAA6-40E1-8166-B8C4439D1430}"/>
          </ac:cxnSpMkLst>
        </pc:cxnChg>
        <pc:cxnChg chg="add del">
          <ac:chgData name="layla hallumi" userId="a06e584fc22946d9" providerId="LiveId" clId="{4F49BF0C-5C9B-40A0-BE93-F3E463C9DB90}" dt="2024-07-13T15:27:43.584" v="1533" actId="26606"/>
          <ac:cxnSpMkLst>
            <pc:docMk/>
            <pc:sldMk cId="4112263223" sldId="328"/>
            <ac:cxnSpMk id="19" creationId="{9E7C23BC-DAA6-40E1-8166-B8C4439D1430}"/>
          </ac:cxnSpMkLst>
        </pc:cxnChg>
        <pc:cxnChg chg="add">
          <ac:chgData name="layla hallumi" userId="a06e584fc22946d9" providerId="LiveId" clId="{4F49BF0C-5C9B-40A0-BE93-F3E463C9DB90}" dt="2024-07-13T15:28:18.878" v="1550" actId="26606"/>
          <ac:cxnSpMkLst>
            <pc:docMk/>
            <pc:sldMk cId="4112263223" sldId="328"/>
            <ac:cxnSpMk id="22" creationId="{9E7C23BC-DAA6-40E1-8166-B8C4439D1430}"/>
          </ac:cxnSpMkLst>
        </pc:cxnChg>
        <pc:cxnChg chg="add del">
          <ac:chgData name="layla hallumi" userId="a06e584fc22946d9" providerId="LiveId" clId="{4F49BF0C-5C9B-40A0-BE93-F3E463C9DB90}" dt="2024-07-13T15:27:52.214" v="1537" actId="26606"/>
          <ac:cxnSpMkLst>
            <pc:docMk/>
            <pc:sldMk cId="4112263223" sldId="328"/>
            <ac:cxnSpMk id="54" creationId="{C88FC08C-C419-4B3F-B3C4-074AE704518A}"/>
          </ac:cxnSpMkLst>
        </pc:cxnChg>
        <pc:cxnChg chg="add del">
          <ac:chgData name="layla hallumi" userId="a06e584fc22946d9" providerId="LiveId" clId="{4F49BF0C-5C9B-40A0-BE93-F3E463C9DB90}" dt="2024-07-13T15:28:14.839" v="1547" actId="26606"/>
          <ac:cxnSpMkLst>
            <pc:docMk/>
            <pc:sldMk cId="4112263223" sldId="328"/>
            <ac:cxnSpMk id="140" creationId="{9E7C23BC-DAA6-40E1-8166-B8C4439D1430}"/>
          </ac:cxnSpMkLst>
        </pc:cxnChg>
      </pc:sldChg>
      <pc:sldChg chg="new del">
        <pc:chgData name="layla hallumi" userId="a06e584fc22946d9" providerId="LiveId" clId="{4F49BF0C-5C9B-40A0-BE93-F3E463C9DB90}" dt="2024-07-14T15:22:01.122" v="1627" actId="680"/>
        <pc:sldMkLst>
          <pc:docMk/>
          <pc:sldMk cId="168480963" sldId="329"/>
        </pc:sldMkLst>
      </pc:sldChg>
      <pc:sldChg chg="addSp delSp modSp new mod setBg addAnim delAnim modAnim">
        <pc:chgData name="layla hallumi" userId="a06e584fc22946d9" providerId="LiveId" clId="{4F49BF0C-5C9B-40A0-BE93-F3E463C9DB90}" dt="2024-07-14T19:39:33.485" v="2377" actId="1076"/>
        <pc:sldMkLst>
          <pc:docMk/>
          <pc:sldMk cId="3818301161" sldId="329"/>
        </pc:sldMkLst>
        <pc:spChg chg="mod">
          <ac:chgData name="layla hallumi" userId="a06e584fc22946d9" providerId="LiveId" clId="{4F49BF0C-5C9B-40A0-BE93-F3E463C9DB90}" dt="2024-07-14T19:39:33.485" v="2377" actId="1076"/>
          <ac:spMkLst>
            <pc:docMk/>
            <pc:sldMk cId="3818301161" sldId="329"/>
            <ac:spMk id="2" creationId="{9D083E8C-D051-54C9-1DDD-FF81DCADF02E}"/>
          </ac:spMkLst>
        </pc:spChg>
        <pc:spChg chg="del">
          <ac:chgData name="layla hallumi" userId="a06e584fc22946d9" providerId="LiveId" clId="{4F49BF0C-5C9B-40A0-BE93-F3E463C9DB90}" dt="2024-07-14T19:34:25.186" v="2313" actId="478"/>
          <ac:spMkLst>
            <pc:docMk/>
            <pc:sldMk cId="3818301161" sldId="329"/>
            <ac:spMk id="3" creationId="{6976F206-C12D-44C0-46C9-EF851A832F1B}"/>
          </ac:spMkLst>
        </pc:spChg>
        <pc:spChg chg="add del">
          <ac:chgData name="layla hallumi" userId="a06e584fc22946d9" providerId="LiveId" clId="{4F49BF0C-5C9B-40A0-BE93-F3E463C9DB90}" dt="2024-07-14T19:35:50.715" v="2347" actId="26606"/>
          <ac:spMkLst>
            <pc:docMk/>
            <pc:sldMk cId="3818301161" sldId="329"/>
            <ac:spMk id="5" creationId="{3011B0B3-5679-4759-90B8-3B908C4CBD21}"/>
          </ac:spMkLst>
        </pc:spChg>
        <pc:spChg chg="add del">
          <ac:chgData name="layla hallumi" userId="a06e584fc22946d9" providerId="LiveId" clId="{4F49BF0C-5C9B-40A0-BE93-F3E463C9DB90}" dt="2024-07-14T19:35:21.186" v="2331" actId="26606"/>
          <ac:spMkLst>
            <pc:docMk/>
            <pc:sldMk cId="3818301161" sldId="329"/>
            <ac:spMk id="7" creationId="{CA5B2A81-2C8E-4963-AFD4-E539D168B475}"/>
          </ac:spMkLst>
        </pc:spChg>
        <pc:spChg chg="add del">
          <ac:chgData name="layla hallumi" userId="a06e584fc22946d9" providerId="LiveId" clId="{4F49BF0C-5C9B-40A0-BE93-F3E463C9DB90}" dt="2024-07-14T19:35:15.942" v="2327" actId="26606"/>
          <ac:spMkLst>
            <pc:docMk/>
            <pc:sldMk cId="3818301161" sldId="329"/>
            <ac:spMk id="8" creationId="{3011B0B3-5679-4759-90B8-3B908C4CBD21}"/>
          </ac:spMkLst>
        </pc:spChg>
        <pc:spChg chg="add del">
          <ac:chgData name="layla hallumi" userId="a06e584fc22946d9" providerId="LiveId" clId="{4F49BF0C-5C9B-40A0-BE93-F3E463C9DB90}" dt="2024-07-14T19:35:15.942" v="2327" actId="26606"/>
          <ac:spMkLst>
            <pc:docMk/>
            <pc:sldMk cId="3818301161" sldId="329"/>
            <ac:spMk id="10" creationId="{767E5D14-5396-4D7B-996A-7BFD00576139}"/>
          </ac:spMkLst>
        </pc:spChg>
        <pc:spChg chg="add del">
          <ac:chgData name="layla hallumi" userId="a06e584fc22946d9" providerId="LiveId" clId="{4F49BF0C-5C9B-40A0-BE93-F3E463C9DB90}" dt="2024-07-14T19:35:50.715" v="2347" actId="26606"/>
          <ac:spMkLst>
            <pc:docMk/>
            <pc:sldMk cId="3818301161" sldId="329"/>
            <ac:spMk id="11" creationId="{767E5D14-5396-4D7B-996A-7BFD00576139}"/>
          </ac:spMkLst>
        </pc:spChg>
        <pc:spChg chg="add del">
          <ac:chgData name="layla hallumi" userId="a06e584fc22946d9" providerId="LiveId" clId="{4F49BF0C-5C9B-40A0-BE93-F3E463C9DB90}" dt="2024-07-14T19:35:15.942" v="2327" actId="26606"/>
          <ac:spMkLst>
            <pc:docMk/>
            <pc:sldMk cId="3818301161" sldId="329"/>
            <ac:spMk id="24" creationId="{7D545465-6708-4A06-B237-742C91A8A668}"/>
          </ac:spMkLst>
        </pc:spChg>
        <pc:spChg chg="add del">
          <ac:chgData name="layla hallumi" userId="a06e584fc22946d9" providerId="LiveId" clId="{4F49BF0C-5C9B-40A0-BE93-F3E463C9DB90}" dt="2024-07-14T19:35:17.423" v="2329" actId="26606"/>
          <ac:spMkLst>
            <pc:docMk/>
            <pc:sldMk cId="3818301161" sldId="329"/>
            <ac:spMk id="26" creationId="{44CA2EAD-E7C7-4F64-924A-52D34FD759C7}"/>
          </ac:spMkLst>
        </pc:spChg>
        <pc:spChg chg="add del">
          <ac:chgData name="layla hallumi" userId="a06e584fc22946d9" providerId="LiveId" clId="{4F49BF0C-5C9B-40A0-BE93-F3E463C9DB90}" dt="2024-07-14T19:36:24.153" v="2353" actId="26606"/>
          <ac:spMkLst>
            <pc:docMk/>
            <pc:sldMk cId="3818301161" sldId="329"/>
            <ac:spMk id="36" creationId="{3011B0B3-5679-4759-90B8-3B908C4CBD21}"/>
          </ac:spMkLst>
        </pc:spChg>
        <pc:spChg chg="add del">
          <ac:chgData name="layla hallumi" userId="a06e584fc22946d9" providerId="LiveId" clId="{4F49BF0C-5C9B-40A0-BE93-F3E463C9DB90}" dt="2024-07-14T19:36:24.153" v="2353" actId="26606"/>
          <ac:spMkLst>
            <pc:docMk/>
            <pc:sldMk cId="3818301161" sldId="329"/>
            <ac:spMk id="38" creationId="{767E5D14-5396-4D7B-996A-7BFD00576139}"/>
          </ac:spMkLst>
        </pc:spChg>
        <pc:spChg chg="add del">
          <ac:chgData name="layla hallumi" userId="a06e584fc22946d9" providerId="LiveId" clId="{4F49BF0C-5C9B-40A0-BE93-F3E463C9DB90}" dt="2024-07-14T19:36:24.153" v="2353" actId="26606"/>
          <ac:spMkLst>
            <pc:docMk/>
            <pc:sldMk cId="3818301161" sldId="329"/>
            <ac:spMk id="40" creationId="{7D545465-6708-4A06-B237-742C91A8A668}"/>
          </ac:spMkLst>
        </pc:spChg>
        <pc:spChg chg="add del">
          <ac:chgData name="layla hallumi" userId="a06e584fc22946d9" providerId="LiveId" clId="{4F49BF0C-5C9B-40A0-BE93-F3E463C9DB90}" dt="2024-07-14T19:36:24.144" v="2352" actId="26606"/>
          <ac:spMkLst>
            <pc:docMk/>
            <pc:sldMk cId="3818301161" sldId="329"/>
            <ac:spMk id="45" creationId="{3011B0B3-5679-4759-90B8-3B908C4CBD21}"/>
          </ac:spMkLst>
        </pc:spChg>
        <pc:spChg chg="add del">
          <ac:chgData name="layla hallumi" userId="a06e584fc22946d9" providerId="LiveId" clId="{4F49BF0C-5C9B-40A0-BE93-F3E463C9DB90}" dt="2024-07-14T19:36:24.144" v="2352" actId="26606"/>
          <ac:spMkLst>
            <pc:docMk/>
            <pc:sldMk cId="3818301161" sldId="329"/>
            <ac:spMk id="47" creationId="{767E5D14-5396-4D7B-996A-7BFD00576139}"/>
          </ac:spMkLst>
        </pc:spChg>
        <pc:spChg chg="add del">
          <ac:chgData name="layla hallumi" userId="a06e584fc22946d9" providerId="LiveId" clId="{4F49BF0C-5C9B-40A0-BE93-F3E463C9DB90}" dt="2024-07-14T19:36:24.144" v="2352" actId="26606"/>
          <ac:spMkLst>
            <pc:docMk/>
            <pc:sldMk cId="3818301161" sldId="329"/>
            <ac:spMk id="61" creationId="{7D545465-6708-4A06-B237-742C91A8A668}"/>
          </ac:spMkLst>
        </pc:spChg>
        <pc:spChg chg="add">
          <ac:chgData name="layla hallumi" userId="a06e584fc22946d9" providerId="LiveId" clId="{4F49BF0C-5C9B-40A0-BE93-F3E463C9DB90}" dt="2024-07-14T19:36:24.153" v="2353" actId="26606"/>
          <ac:spMkLst>
            <pc:docMk/>
            <pc:sldMk cId="3818301161" sldId="329"/>
            <ac:spMk id="63" creationId="{3011B0B3-5679-4759-90B8-3B908C4CBD21}"/>
          </ac:spMkLst>
        </pc:spChg>
        <pc:spChg chg="add">
          <ac:chgData name="layla hallumi" userId="a06e584fc22946d9" providerId="LiveId" clId="{4F49BF0C-5C9B-40A0-BE93-F3E463C9DB90}" dt="2024-07-14T19:36:24.153" v="2353" actId="26606"/>
          <ac:spMkLst>
            <pc:docMk/>
            <pc:sldMk cId="3818301161" sldId="329"/>
            <ac:spMk id="64" creationId="{767E5D14-5396-4D7B-996A-7BFD00576139}"/>
          </ac:spMkLst>
        </pc:spChg>
        <pc:spChg chg="add del">
          <ac:chgData name="layla hallumi" userId="a06e584fc22946d9" providerId="LiveId" clId="{4F49BF0C-5C9B-40A0-BE93-F3E463C9DB90}" dt="2024-07-14T19:35:23.669" v="2334" actId="26606"/>
          <ac:spMkLst>
            <pc:docMk/>
            <pc:sldMk cId="3818301161" sldId="329"/>
            <ac:spMk id="101" creationId="{3011B0B3-5679-4759-90B8-3B908C4CBD21}"/>
          </ac:spMkLst>
        </pc:spChg>
        <pc:spChg chg="add del">
          <ac:chgData name="layla hallumi" userId="a06e584fc22946d9" providerId="LiveId" clId="{4F49BF0C-5C9B-40A0-BE93-F3E463C9DB90}" dt="2024-07-14T19:35:23.669" v="2334" actId="26606"/>
          <ac:spMkLst>
            <pc:docMk/>
            <pc:sldMk cId="3818301161" sldId="329"/>
            <ac:spMk id="103" creationId="{767E5D14-5396-4D7B-996A-7BFD00576139}"/>
          </ac:spMkLst>
        </pc:spChg>
        <pc:spChg chg="add del">
          <ac:chgData name="layla hallumi" userId="a06e584fc22946d9" providerId="LiveId" clId="{4F49BF0C-5C9B-40A0-BE93-F3E463C9DB90}" dt="2024-07-14T19:35:25.417" v="2337" actId="26606"/>
          <ac:spMkLst>
            <pc:docMk/>
            <pc:sldMk cId="3818301161" sldId="329"/>
            <ac:spMk id="112" creationId="{3011B0B3-5679-4759-90B8-3B908C4CBD21}"/>
          </ac:spMkLst>
        </pc:spChg>
        <pc:spChg chg="add del">
          <ac:chgData name="layla hallumi" userId="a06e584fc22946d9" providerId="LiveId" clId="{4F49BF0C-5C9B-40A0-BE93-F3E463C9DB90}" dt="2024-07-14T19:35:25.417" v="2337" actId="26606"/>
          <ac:spMkLst>
            <pc:docMk/>
            <pc:sldMk cId="3818301161" sldId="329"/>
            <ac:spMk id="114" creationId="{767E5D14-5396-4D7B-996A-7BFD00576139}"/>
          </ac:spMkLst>
        </pc:spChg>
        <pc:spChg chg="add del">
          <ac:chgData name="layla hallumi" userId="a06e584fc22946d9" providerId="LiveId" clId="{4F49BF0C-5C9B-40A0-BE93-F3E463C9DB90}" dt="2024-07-14T19:35:25.417" v="2337" actId="26606"/>
          <ac:spMkLst>
            <pc:docMk/>
            <pc:sldMk cId="3818301161" sldId="329"/>
            <ac:spMk id="119" creationId="{7D545465-6708-4A06-B237-742C91A8A668}"/>
          </ac:spMkLst>
        </pc:spChg>
        <pc:spChg chg="add del">
          <ac:chgData name="layla hallumi" userId="a06e584fc22946d9" providerId="LiveId" clId="{4F49BF0C-5C9B-40A0-BE93-F3E463C9DB90}" dt="2024-07-14T19:35:26.278" v="2339" actId="26606"/>
          <ac:spMkLst>
            <pc:docMk/>
            <pc:sldMk cId="3818301161" sldId="329"/>
            <ac:spMk id="121" creationId="{44CA2EAD-E7C7-4F64-924A-52D34FD759C7}"/>
          </ac:spMkLst>
        </pc:spChg>
        <pc:spChg chg="add del">
          <ac:chgData name="layla hallumi" userId="a06e584fc22946d9" providerId="LiveId" clId="{4F49BF0C-5C9B-40A0-BE93-F3E463C9DB90}" dt="2024-07-14T19:35:41.047" v="2344" actId="26606"/>
          <ac:spMkLst>
            <pc:docMk/>
            <pc:sldMk cId="3818301161" sldId="329"/>
            <ac:spMk id="125" creationId="{3011B0B3-5679-4759-90B8-3B908C4CBD21}"/>
          </ac:spMkLst>
        </pc:spChg>
        <pc:spChg chg="add del">
          <ac:chgData name="layla hallumi" userId="a06e584fc22946d9" providerId="LiveId" clId="{4F49BF0C-5C9B-40A0-BE93-F3E463C9DB90}" dt="2024-07-14T19:35:41.047" v="2344" actId="26606"/>
          <ac:spMkLst>
            <pc:docMk/>
            <pc:sldMk cId="3818301161" sldId="329"/>
            <ac:spMk id="127" creationId="{767E5D14-5396-4D7B-996A-7BFD00576139}"/>
          </ac:spMkLst>
        </pc:spChg>
        <pc:spChg chg="add del">
          <ac:chgData name="layla hallumi" userId="a06e584fc22946d9" providerId="LiveId" clId="{4F49BF0C-5C9B-40A0-BE93-F3E463C9DB90}" dt="2024-07-14T19:35:41.047" v="2344" actId="26606"/>
          <ac:spMkLst>
            <pc:docMk/>
            <pc:sldMk cId="3818301161" sldId="329"/>
            <ac:spMk id="129" creationId="{7D545465-6708-4A06-B237-742C91A8A668}"/>
          </ac:spMkLst>
        </pc:spChg>
        <pc:grpChg chg="add del">
          <ac:chgData name="layla hallumi" userId="a06e584fc22946d9" providerId="LiveId" clId="{4F49BF0C-5C9B-40A0-BE93-F3E463C9DB90}" dt="2024-07-14T19:35:21.186" v="2331" actId="26606"/>
          <ac:grpSpMkLst>
            <pc:docMk/>
            <pc:sldMk cId="3818301161" sldId="329"/>
            <ac:grpSpMk id="9" creationId="{29578809-4F8C-4A9B-A59D-0D7BDA6B179C}"/>
          </ac:grpSpMkLst>
        </pc:grpChg>
        <pc:grpChg chg="add del">
          <ac:chgData name="layla hallumi" userId="a06e584fc22946d9" providerId="LiveId" clId="{4F49BF0C-5C9B-40A0-BE93-F3E463C9DB90}" dt="2024-07-14T19:35:15.942" v="2327" actId="26606"/>
          <ac:grpSpMkLst>
            <pc:docMk/>
            <pc:sldMk cId="3818301161" sldId="329"/>
            <ac:grpSpMk id="12" creationId="{E14350AE-EC1C-4F25-89C0-954A46AD8132}"/>
          </ac:grpSpMkLst>
        </pc:grpChg>
        <pc:grpChg chg="add del">
          <ac:chgData name="layla hallumi" userId="a06e584fc22946d9" providerId="LiveId" clId="{4F49BF0C-5C9B-40A0-BE93-F3E463C9DB90}" dt="2024-07-14T19:35:50.715" v="2347" actId="26606"/>
          <ac:grpSpMkLst>
            <pc:docMk/>
            <pc:sldMk cId="3818301161" sldId="329"/>
            <ac:grpSpMk id="23" creationId="{E14350AE-EC1C-4F25-89C0-954A46AD8132}"/>
          </ac:grpSpMkLst>
        </pc:grpChg>
        <pc:grpChg chg="add del">
          <ac:chgData name="layla hallumi" userId="a06e584fc22946d9" providerId="LiveId" clId="{4F49BF0C-5C9B-40A0-BE93-F3E463C9DB90}" dt="2024-07-14T19:36:24.153" v="2353" actId="26606"/>
          <ac:grpSpMkLst>
            <pc:docMk/>
            <pc:sldMk cId="3818301161" sldId="329"/>
            <ac:grpSpMk id="39" creationId="{E14350AE-EC1C-4F25-89C0-954A46AD8132}"/>
          </ac:grpSpMkLst>
        </pc:grpChg>
        <pc:grpChg chg="add del">
          <ac:chgData name="layla hallumi" userId="a06e584fc22946d9" providerId="LiveId" clId="{4F49BF0C-5C9B-40A0-BE93-F3E463C9DB90}" dt="2024-07-14T19:36:24.144" v="2352" actId="26606"/>
          <ac:grpSpMkLst>
            <pc:docMk/>
            <pc:sldMk cId="3818301161" sldId="329"/>
            <ac:grpSpMk id="49" creationId="{E14350AE-EC1C-4F25-89C0-954A46AD8132}"/>
          </ac:grpSpMkLst>
        </pc:grpChg>
        <pc:grpChg chg="add del">
          <ac:chgData name="layla hallumi" userId="a06e584fc22946d9" providerId="LiveId" clId="{4F49BF0C-5C9B-40A0-BE93-F3E463C9DB90}" dt="2024-07-14T19:35:21.186" v="2331" actId="26606"/>
          <ac:grpSpMkLst>
            <pc:docMk/>
            <pc:sldMk cId="3818301161" sldId="329"/>
            <ac:grpSpMk id="54" creationId="{E69E4645-4CFC-4C14-9639-295E67859300}"/>
          </ac:grpSpMkLst>
        </pc:grpChg>
        <pc:grpChg chg="add">
          <ac:chgData name="layla hallumi" userId="a06e584fc22946d9" providerId="LiveId" clId="{4F49BF0C-5C9B-40A0-BE93-F3E463C9DB90}" dt="2024-07-14T19:36:24.153" v="2353" actId="26606"/>
          <ac:grpSpMkLst>
            <pc:docMk/>
            <pc:sldMk cId="3818301161" sldId="329"/>
            <ac:grpSpMk id="65" creationId="{E14350AE-EC1C-4F25-89C0-954A46AD8132}"/>
          </ac:grpSpMkLst>
        </pc:grpChg>
        <pc:grpChg chg="add del">
          <ac:chgData name="layla hallumi" userId="a06e584fc22946d9" providerId="LiveId" clId="{4F49BF0C-5C9B-40A0-BE93-F3E463C9DB90}" dt="2024-07-14T19:35:23.669" v="2334" actId="26606"/>
          <ac:grpSpMkLst>
            <pc:docMk/>
            <pc:sldMk cId="3818301161" sldId="329"/>
            <ac:grpSpMk id="104" creationId="{E14350AE-EC1C-4F25-89C0-954A46AD8132}"/>
          </ac:grpSpMkLst>
        </pc:grpChg>
        <pc:grpChg chg="add del">
          <ac:chgData name="layla hallumi" userId="a06e584fc22946d9" providerId="LiveId" clId="{4F49BF0C-5C9B-40A0-BE93-F3E463C9DB90}" dt="2024-07-14T19:35:25.417" v="2337" actId="26606"/>
          <ac:grpSpMkLst>
            <pc:docMk/>
            <pc:sldMk cId="3818301161" sldId="329"/>
            <ac:grpSpMk id="115" creationId="{E14350AE-EC1C-4F25-89C0-954A46AD8132}"/>
          </ac:grpSpMkLst>
        </pc:grpChg>
        <pc:grpChg chg="add del">
          <ac:chgData name="layla hallumi" userId="a06e584fc22946d9" providerId="LiveId" clId="{4F49BF0C-5C9B-40A0-BE93-F3E463C9DB90}" dt="2024-07-14T19:35:41.047" v="2344" actId="26606"/>
          <ac:grpSpMkLst>
            <pc:docMk/>
            <pc:sldMk cId="3818301161" sldId="329"/>
            <ac:grpSpMk id="128" creationId="{E14350AE-EC1C-4F25-89C0-954A46AD8132}"/>
          </ac:grpSpMkLst>
        </pc:grpChg>
        <pc:picChg chg="add del">
          <ac:chgData name="layla hallumi" userId="a06e584fc22946d9" providerId="LiveId" clId="{4F49BF0C-5C9B-40A0-BE93-F3E463C9DB90}" dt="2024-07-14T19:35:15.942" v="2327" actId="26606"/>
          <ac:picMkLst>
            <pc:docMk/>
            <pc:sldMk cId="3818301161" sldId="329"/>
            <ac:picMk id="4" creationId="{5BF71015-11DA-57B4-70E4-A78571A0987E}"/>
          </ac:picMkLst>
        </pc:picChg>
        <pc:picChg chg="add del">
          <ac:chgData name="layla hallumi" userId="a06e584fc22946d9" providerId="LiveId" clId="{4F49BF0C-5C9B-40A0-BE93-F3E463C9DB90}" dt="2024-07-14T19:35:50.715" v="2347" actId="26606"/>
          <ac:picMkLst>
            <pc:docMk/>
            <pc:sldMk cId="3818301161" sldId="329"/>
            <ac:picMk id="6" creationId="{9A2F0227-F70A-ADB3-DC92-3A1C5106B05F}"/>
          </ac:picMkLst>
        </pc:picChg>
        <pc:picChg chg="add del">
          <ac:chgData name="layla hallumi" userId="a06e584fc22946d9" providerId="LiveId" clId="{4F49BF0C-5C9B-40A0-BE93-F3E463C9DB90}" dt="2024-07-14T19:35:17.423" v="2329" actId="26606"/>
          <ac:picMkLst>
            <pc:docMk/>
            <pc:sldMk cId="3818301161" sldId="329"/>
            <ac:picMk id="27" creationId="{E25497EC-B236-243F-F22D-D4372AAB1E35}"/>
          </ac:picMkLst>
        </pc:picChg>
        <pc:picChg chg="add mod">
          <ac:chgData name="layla hallumi" userId="a06e584fc22946d9" providerId="LiveId" clId="{4F49BF0C-5C9B-40A0-BE93-F3E463C9DB90}" dt="2024-07-14T19:35:53.245" v="2349" actId="27614"/>
          <ac:picMkLst>
            <pc:docMk/>
            <pc:sldMk cId="3818301161" sldId="329"/>
            <ac:picMk id="37" creationId="{C5CF461B-8957-92C4-3BCA-7FF9A5741484}"/>
          </ac:picMkLst>
        </pc:picChg>
        <pc:picChg chg="add del">
          <ac:chgData name="layla hallumi" userId="a06e584fc22946d9" providerId="LiveId" clId="{4F49BF0C-5C9B-40A0-BE93-F3E463C9DB90}" dt="2024-07-14T19:35:23.669" v="2334" actId="26606"/>
          <ac:picMkLst>
            <pc:docMk/>
            <pc:sldMk cId="3818301161" sldId="329"/>
            <ac:picMk id="102" creationId="{DBDFD337-B569-49E3-1766-DCF6CE6B3222}"/>
          </ac:picMkLst>
        </pc:picChg>
        <pc:picChg chg="add del">
          <ac:chgData name="layla hallumi" userId="a06e584fc22946d9" providerId="LiveId" clId="{4F49BF0C-5C9B-40A0-BE93-F3E463C9DB90}" dt="2024-07-14T19:35:25.417" v="2337" actId="26606"/>
          <ac:picMkLst>
            <pc:docMk/>
            <pc:sldMk cId="3818301161" sldId="329"/>
            <ac:picMk id="113" creationId="{5BF71015-11DA-57B4-70E4-A78571A0987E}"/>
          </ac:picMkLst>
        </pc:picChg>
        <pc:picChg chg="add del">
          <ac:chgData name="layla hallumi" userId="a06e584fc22946d9" providerId="LiveId" clId="{4F49BF0C-5C9B-40A0-BE93-F3E463C9DB90}" dt="2024-07-14T19:35:26.278" v="2339" actId="26606"/>
          <ac:picMkLst>
            <pc:docMk/>
            <pc:sldMk cId="3818301161" sldId="329"/>
            <ac:picMk id="122" creationId="{E25497EC-B236-243F-F22D-D4372AAB1E35}"/>
          </ac:picMkLst>
        </pc:picChg>
        <pc:picChg chg="add del mod">
          <ac:chgData name="layla hallumi" userId="a06e584fc22946d9" providerId="LiveId" clId="{4F49BF0C-5C9B-40A0-BE93-F3E463C9DB90}" dt="2024-07-14T19:35:41.047" v="2344" actId="26606"/>
          <ac:picMkLst>
            <pc:docMk/>
            <pc:sldMk cId="3818301161" sldId="329"/>
            <ac:picMk id="126" creationId="{5BF71015-11DA-57B4-70E4-A78571A0987E}"/>
          </ac:picMkLst>
        </pc:picChg>
        <pc:cxnChg chg="add del">
          <ac:chgData name="layla hallumi" userId="a06e584fc22946d9" providerId="LiveId" clId="{4F49BF0C-5C9B-40A0-BE93-F3E463C9DB90}" dt="2024-07-14T19:35:17.423" v="2329" actId="26606"/>
          <ac:cxnSpMkLst>
            <pc:docMk/>
            <pc:sldMk cId="3818301161" sldId="329"/>
            <ac:cxnSpMk id="28" creationId="{9E7C23BC-DAA6-40E1-8166-B8C4439D1430}"/>
          </ac:cxnSpMkLst>
        </pc:cxnChg>
        <pc:cxnChg chg="add del">
          <ac:chgData name="layla hallumi" userId="a06e584fc22946d9" providerId="LiveId" clId="{4F49BF0C-5C9B-40A0-BE93-F3E463C9DB90}" dt="2024-07-14T19:35:21.186" v="2331" actId="26606"/>
          <ac:cxnSpMkLst>
            <pc:docMk/>
            <pc:sldMk cId="3818301161" sldId="329"/>
            <ac:cxnSpMk id="52" creationId="{C88FC08C-C419-4B3F-B3C4-074AE704518A}"/>
          </ac:cxnSpMkLst>
        </pc:cxnChg>
        <pc:cxnChg chg="add del">
          <ac:chgData name="layla hallumi" userId="a06e584fc22946d9" providerId="LiveId" clId="{4F49BF0C-5C9B-40A0-BE93-F3E463C9DB90}" dt="2024-07-14T19:35:26.278" v="2339" actId="26606"/>
          <ac:cxnSpMkLst>
            <pc:docMk/>
            <pc:sldMk cId="3818301161" sldId="329"/>
            <ac:cxnSpMk id="123" creationId="{9E7C23BC-DAA6-40E1-8166-B8C4439D1430}"/>
          </ac:cxnSpMkLst>
        </pc:cxnChg>
      </pc:sldChg>
      <pc:sldChg chg="new del">
        <pc:chgData name="layla hallumi" userId="a06e584fc22946d9" providerId="LiveId" clId="{4F49BF0C-5C9B-40A0-BE93-F3E463C9DB90}" dt="2024-07-14T15:22:00.506" v="1626" actId="680"/>
        <pc:sldMkLst>
          <pc:docMk/>
          <pc:sldMk cId="583332751" sldId="330"/>
        </pc:sldMkLst>
      </pc:sldChg>
      <pc:sldMasterChg chg="delSldLayout">
        <pc:chgData name="layla hallumi" userId="a06e584fc22946d9" providerId="LiveId" clId="{4F49BF0C-5C9B-40A0-BE93-F3E463C9DB90}" dt="2024-07-14T14:08:44.042" v="1563" actId="47"/>
        <pc:sldMasterMkLst>
          <pc:docMk/>
          <pc:sldMasterMk cId="2081999036" sldId="2147483694"/>
        </pc:sldMasterMkLst>
        <pc:sldLayoutChg chg="del">
          <pc:chgData name="layla hallumi" userId="a06e584fc22946d9" providerId="LiveId" clId="{4F49BF0C-5C9B-40A0-BE93-F3E463C9DB90}" dt="2024-07-11T16:16:45.320" v="980" actId="47"/>
          <pc:sldLayoutMkLst>
            <pc:docMk/>
            <pc:sldMasterMk cId="2081999036" sldId="2147483694"/>
            <pc:sldLayoutMk cId="1052376876" sldId="2147483706"/>
          </pc:sldLayoutMkLst>
        </pc:sldLayoutChg>
        <pc:sldLayoutChg chg="del">
          <pc:chgData name="layla hallumi" userId="a06e584fc22946d9" providerId="LiveId" clId="{4F49BF0C-5C9B-40A0-BE93-F3E463C9DB90}" dt="2024-07-14T14:08:38.520" v="1560" actId="47"/>
          <pc:sldLayoutMkLst>
            <pc:docMk/>
            <pc:sldMasterMk cId="2081999036" sldId="2147483694"/>
            <pc:sldLayoutMk cId="2050345808" sldId="2147483713"/>
          </pc:sldLayoutMkLst>
        </pc:sldLayoutChg>
        <pc:sldLayoutChg chg="del">
          <pc:chgData name="layla hallumi" userId="a06e584fc22946d9" providerId="LiveId" clId="{4F49BF0C-5C9B-40A0-BE93-F3E463C9DB90}" dt="2024-07-08T19:21:29.111" v="17" actId="47"/>
          <pc:sldLayoutMkLst>
            <pc:docMk/>
            <pc:sldMasterMk cId="2081999036" sldId="2147483694"/>
            <pc:sldLayoutMk cId="848641807" sldId="2147483715"/>
          </pc:sldLayoutMkLst>
        </pc:sldLayoutChg>
        <pc:sldLayoutChg chg="del">
          <pc:chgData name="layla hallumi" userId="a06e584fc22946d9" providerId="LiveId" clId="{4F49BF0C-5C9B-40A0-BE93-F3E463C9DB90}" dt="2024-07-14T14:08:44.042" v="1563" actId="47"/>
          <pc:sldLayoutMkLst>
            <pc:docMk/>
            <pc:sldMasterMk cId="2081999036" sldId="2147483694"/>
            <pc:sldLayoutMk cId="3399028032" sldId="214748371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E52182-8ED2-2CD9-1769-D9951A9939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4873A34-C368-6B6E-8816-ABC664A857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2FBC06-9676-42B7-A8B4-279236EF9829}" type="datetimeFigureOut">
              <a:rPr lang="en-US" smtClean="0"/>
              <a:t>7/15/2024</a:t>
            </a:fld>
            <a:endParaRPr lang="en-US" dirty="0"/>
          </a:p>
        </p:txBody>
      </p:sp>
      <p:sp>
        <p:nvSpPr>
          <p:cNvPr id="4" name="Footer Placeholder 3">
            <a:extLst>
              <a:ext uri="{FF2B5EF4-FFF2-40B4-BE49-F238E27FC236}">
                <a16:creationId xmlns:a16="http://schemas.microsoft.com/office/drawing/2014/main" id="{AE355158-3742-8894-B074-C872916FE8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A6B5579-9D25-81D6-8171-2F8C3F5377E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B3735C-CF2D-4272-874B-84D65FE3CAEA}" type="slidenum">
              <a:rPr lang="en-US" smtClean="0"/>
              <a:t>‹#›</a:t>
            </a:fld>
            <a:endParaRPr lang="en-US" dirty="0"/>
          </a:p>
        </p:txBody>
      </p:sp>
    </p:spTree>
    <p:extLst>
      <p:ext uri="{BB962C8B-B14F-4D97-AF65-F5344CB8AC3E}">
        <p14:creationId xmlns:p14="http://schemas.microsoft.com/office/powerpoint/2010/main" val="3576658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63451-F71A-45EA-8B10-04A09C28CC19}" type="datetimeFigureOut">
              <a:rPr lang="en-US" smtClean="0"/>
              <a:t>7/15/2024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B270D-091D-4ED2-8C85-0898DD7D9F21}" type="slidenum">
              <a:rPr lang="en-US" smtClean="0"/>
              <a:t>‹#›</a:t>
            </a:fld>
            <a:endParaRPr lang="en-US" dirty="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1</a:t>
            </a:fld>
            <a:endParaRPr lang="en-US" dirty="0"/>
          </a:p>
        </p:txBody>
      </p:sp>
    </p:spTree>
    <p:extLst>
      <p:ext uri="{BB962C8B-B14F-4D97-AF65-F5344CB8AC3E}">
        <p14:creationId xmlns:p14="http://schemas.microsoft.com/office/powerpoint/2010/main" val="2734442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3</a:t>
            </a:fld>
            <a:endParaRPr lang="en-US" dirty="0"/>
          </a:p>
        </p:txBody>
      </p:sp>
    </p:spTree>
    <p:extLst>
      <p:ext uri="{BB962C8B-B14F-4D97-AF65-F5344CB8AC3E}">
        <p14:creationId xmlns:p14="http://schemas.microsoft.com/office/powerpoint/2010/main" val="37573320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4</a:t>
            </a:fld>
            <a:endParaRPr lang="en-US" dirty="0"/>
          </a:p>
        </p:txBody>
      </p:sp>
    </p:spTree>
    <p:extLst>
      <p:ext uri="{BB962C8B-B14F-4D97-AF65-F5344CB8AC3E}">
        <p14:creationId xmlns:p14="http://schemas.microsoft.com/office/powerpoint/2010/main" val="3772922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5</a:t>
            </a:fld>
            <a:endParaRPr lang="en-US" dirty="0"/>
          </a:p>
        </p:txBody>
      </p:sp>
    </p:spTree>
    <p:extLst>
      <p:ext uri="{BB962C8B-B14F-4D97-AF65-F5344CB8AC3E}">
        <p14:creationId xmlns:p14="http://schemas.microsoft.com/office/powerpoint/2010/main" val="3302879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8</a:t>
            </a:fld>
            <a:endParaRPr lang="en-US" dirty="0"/>
          </a:p>
        </p:txBody>
      </p:sp>
    </p:spTree>
    <p:extLst>
      <p:ext uri="{BB962C8B-B14F-4D97-AF65-F5344CB8AC3E}">
        <p14:creationId xmlns:p14="http://schemas.microsoft.com/office/powerpoint/2010/main" val="547223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852517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624494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294A09A9-5501-47C1-A89A-A340965A2BE2}" type="slidenum">
              <a:rPr lang="en-US" smtClean="0"/>
              <a:pPr/>
              <a:t>‹#›</a:t>
            </a:fld>
            <a:endParaRPr lang="en-US" dirty="0"/>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4504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7252712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552302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7/15/2024</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grpSp>
        <p:nvGrpSpPr>
          <p:cNvPr id="6" name="Group 5">
            <a:extLst>
              <a:ext uri="{FF2B5EF4-FFF2-40B4-BE49-F238E27FC236}">
                <a16:creationId xmlns:a16="http://schemas.microsoft.com/office/drawing/2014/main" id="{17004688-7200-27A0-AED2-FDEA0C50E2E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0962AE0E-CD08-E4A3-B4FB-58E3FB6095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942343E8-72A7-5457-2C99-D033A36FF0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1C19E638-91EB-75DC-9458-EA0229C044E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6E02EB3D-A45E-B4B7-9E49-65E6921C6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46ED0F2C-33C6-33F8-D25A-653073FA8F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76C992DF-7C76-80E6-220E-5545B437E8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1532E4B2-6FAE-2363-8842-E08A265B0FB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D7AE19E9-E19F-29AF-639C-44EB5FB5E3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FC6B75DA-401A-8C4D-421A-4A0230030C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83B7B7D8-FAE1-EF25-3177-C597CA2855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D8189C2B-39BF-F3AD-761F-3EC5A41393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9B3C11E0-E220-6347-106F-7361EEF4B7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79AAD932-DEE5-826A-1B8E-BF1B2B2BB3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A9BA9C23-F16A-423E-DB70-2BBBE58B0C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237FA726-DD02-A25D-C698-4FB16B377C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A0991B4B-EDB7-1AEE-679D-75A7958333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198D13E0-51CA-CC43-BFAD-752CD4E5ED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979DDC47-298E-AFD7-CE86-9F24018FCB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FDF6497C-C9D8-77C1-9EC1-AA3DC693FD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F94954A5-B504-9802-E8A3-D92A434B21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26CA4C70-E5AD-FFC4-4F64-9029A88E16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C2F66C97-233E-069E-842E-FC7DD613F3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AA0F3696-6B0D-543A-4D40-8B145249CB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29D21825-8498-CADF-8EB5-D08C5C4348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D1EBC7BA-66A7-56E5-19F7-65B9A2BE6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41A6EA28-930F-EBBA-43EE-6CB627294A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5297B34D-B81D-6350-4194-484D7EC282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DD7C599E-910F-8D88-3AA0-B24C9A79E1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E663B789-16D2-7968-1AB9-E036E4D428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EBE4D28C-9D5D-2CDF-4E98-5D046F140C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9D439ED-096C-BC38-ECCB-78B2B5178F8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E820AB2-DB7A-A79D-FAE4-35AC3D677C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88E5C4B-5B7B-FDA4-A576-7854A9D159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E3C02BC9-4E4F-3743-8563-808D6A0B43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D0EF96EA-252F-062A-E566-42ABC6B903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58DCE928-965C-EA85-F5C1-24E19E45854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B5B70EF0-D01D-E5DD-0234-6B93EE439E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0351E2-397A-7FC9-6BE5-A3018AAB2B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9EE4DD70-FCD0-DFFE-52A6-0DE9BC2331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466F87F-6F35-E28C-1556-6383A82F7F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D4FD8A8E-2B46-F940-BD0E-086FCF7666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7532BE26-5B7C-EE9E-4191-8A54CDBBD6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BFC8ECE6-D59A-9EE4-CB81-D6162F00D8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15080BC2-EE72-5D70-6666-DEBC491653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393AA0A3-2A8A-2332-F348-F88D6E1F3B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54355255-9D4E-147B-DA9E-4FFB14E7C1B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0C229BCD-A083-BC81-2151-41E4947E04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F138DCEE-5B8D-D5E5-54B6-6B0BA01F6E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F00BD61F-0747-E748-6BFB-CB875F4942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07C45B1B-92EA-5E82-24D1-931DB8AF99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11B1265-0119-731D-E758-7C0BAFE4B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35056C9E-95B1-E743-9A73-5A39803B74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873B7450-9F65-5384-2976-127FD87757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93FE1A96-9FB8-DD4B-5EB8-26A91007B6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07C997E7-D2EC-2533-34E1-ADA752DD0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CDFD69D0-D4F6-6990-4E0A-C6FEB0CE49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825CB36E-9726-A54C-5717-F6A428FED5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F8184497-7251-D4E9-F39C-EE556E4B10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835D68A6-6C40-806B-C58A-25B22D6BC6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E36097E1-57E6-7188-7C0D-36C56EF55F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9C1BAB2A-BA9C-8C5A-13B8-CE9C056AE65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F8DCA4A-A0D6-514F-47BB-541F133C696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0BEDD737-7AD9-32AF-DA50-AE940D883A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361792E-BF11-44DD-3900-9EE92815F3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EF08723B-66BF-73AE-106A-58DBBBABFA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866A6C7D-739E-6ED2-8DC9-F62F9697723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3CAE0274-E38E-54A4-13C4-FFD1A9DDC6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7561DEAF-B810-94D1-71BB-2116BFFFA7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323C31A5-9409-F839-90BA-3883DC53230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42742EC4-5A1C-631E-398C-F3C5A9C4A2E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D2C0A335-0DBB-9CDA-7CB6-64689BB782A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21B6FD8-0F3F-70F9-2457-87BB8AAB793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44ACA065-23B9-0399-85C9-8821480A7D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360F78FE-550E-F182-27C9-8D0D0411F4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82BEC42F-0A94-4DB3-9210-90D9BA7610B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4639297D-A086-3111-DE35-3ADFC63EC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0A57F373-E650-007D-EF3A-125835724B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3F7AA1C2-3BC9-2CC2-246C-891EEAAAAAD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8095730D-9E3D-CB3A-4FF1-D9B51A162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FDC9A03-E7DE-3D3E-74F8-C2990A5082F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3B430687-A11D-CFC5-B7C6-AF9A479146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F9EEDCBB-CCC4-61BB-3480-8D21A3D2F1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1900389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910518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40213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8089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18381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031844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7D905AD-2C09-A80F-FBF0-4F45A7A148CC}"/>
              </a:ext>
            </a:extLst>
          </p:cNvPr>
          <p:cNvSpPr>
            <a:spLocks noGrp="1"/>
          </p:cNvSpPr>
          <p:nvPr>
            <p:ph type="title" hasCustomPrompt="1"/>
          </p:nvPr>
        </p:nvSpPr>
        <p:spPr>
          <a:xfrm>
            <a:off x="568163" y="400049"/>
            <a:ext cx="8647721" cy="1185045"/>
          </a:xfrm>
        </p:spPr>
        <p:txBody>
          <a:bodyPr lIns="0">
            <a:normAutofit/>
          </a:bodyPr>
          <a:lstStyle>
            <a:lvl1pPr>
              <a:defRPr sz="3600"/>
            </a:lvl1pPr>
          </a:lstStyle>
          <a:p>
            <a:r>
              <a:rPr lang="en-US" dirty="0"/>
              <a:t>Click to add title</a:t>
            </a:r>
          </a:p>
        </p:txBody>
      </p:sp>
      <p:sp>
        <p:nvSpPr>
          <p:cNvPr id="10" name="Content Placeholder 2">
            <a:extLst>
              <a:ext uri="{FF2B5EF4-FFF2-40B4-BE49-F238E27FC236}">
                <a16:creationId xmlns:a16="http://schemas.microsoft.com/office/drawing/2014/main" id="{76F87AC4-493F-1EB8-D127-C21530FA824E}"/>
              </a:ext>
            </a:extLst>
          </p:cNvPr>
          <p:cNvSpPr>
            <a:spLocks noGrp="1"/>
          </p:cNvSpPr>
          <p:nvPr>
            <p:ph idx="10" hasCustomPrompt="1"/>
          </p:nvPr>
        </p:nvSpPr>
        <p:spPr>
          <a:xfrm>
            <a:off x="568163" y="1997132"/>
            <a:ext cx="8652793" cy="4232218"/>
          </a:xfrm>
        </p:spPr>
        <p:txBody>
          <a:bodyPr lIns="0">
            <a:normAutofit/>
          </a:bodyPr>
          <a:lstStyle>
            <a:lvl1pPr marL="285750" indent="-285750">
              <a:lnSpc>
                <a:spcPct val="130000"/>
              </a:lnSpc>
              <a:buFont typeface="Arial" panose="020B0604020202020204" pitchFamily="34" charset="0"/>
              <a:buChar char="•"/>
              <a:defRPr sz="1800"/>
            </a:lvl1pPr>
            <a:lvl2pPr marL="645750" indent="-285750">
              <a:lnSpc>
                <a:spcPct val="130000"/>
              </a:lnSpc>
              <a:buFont typeface="Arial" panose="020B0604020202020204" pitchFamily="34" charset="0"/>
              <a:buChar char="•"/>
              <a:defRPr sz="1800"/>
            </a:lvl2pPr>
            <a:lvl3pPr marL="1005750" indent="-285750">
              <a:lnSpc>
                <a:spcPct val="130000"/>
              </a:lnSpc>
              <a:buFont typeface="Arial" panose="020B0604020202020204" pitchFamily="34" charset="0"/>
              <a:buChar char="•"/>
              <a:defRPr sz="1800"/>
            </a:lvl3pPr>
            <a:lvl4pPr marL="1365750" indent="-285750">
              <a:lnSpc>
                <a:spcPct val="130000"/>
              </a:lnSpc>
              <a:buFont typeface="Arial" panose="020B0604020202020204" pitchFamily="34" charset="0"/>
              <a:buChar char="•"/>
              <a:defRPr sz="1800"/>
            </a:lvl4pPr>
            <a:lvl5pPr marL="1725750" indent="-285750">
              <a:lnSpc>
                <a:spcPct val="130000"/>
              </a:lnSpc>
              <a:buFont typeface="Arial" panose="020B0604020202020204" pitchFamily="34" charset="0"/>
              <a:buChar char="•"/>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id="{CBBE6897-C551-2BCB-F552-C4B761D2C77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50" name="Group 49">
              <a:extLst>
                <a:ext uri="{FF2B5EF4-FFF2-40B4-BE49-F238E27FC236}">
                  <a16:creationId xmlns:a16="http://schemas.microsoft.com/office/drawing/2014/main" id="{C8215B7C-A98D-6F6C-9039-6F2AAEEFDDD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84D4E7B-7775-1603-2C3F-5C26535772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6F97B093-B348-8A25-789A-743A43E9038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732DEA9-6233-9CDE-64C6-744FC6CD6E4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9274C521-E533-D3E5-CE64-E3A3AEC0FE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2C69CF99-91AA-9E24-24AE-5A89748B46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A35D6C12-B227-D277-0499-FA2765DB20A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01FCD87F-4621-47F3-CC5C-A1A8F67332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7C3364-8305-C08F-4132-18DA2D39BF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18093390-6F0E-5ED5-5DAF-40FF11548946}"/>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52" name="Group 51">
                <a:extLst>
                  <a:ext uri="{FF2B5EF4-FFF2-40B4-BE49-F238E27FC236}">
                    <a16:creationId xmlns:a16="http://schemas.microsoft.com/office/drawing/2014/main" id="{CEAA9FA7-0165-F161-72DC-F2E001FCF3A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9F185D91-004D-5474-3DD0-9153A2AEA2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D995CD54-9374-D2B3-957D-6925B750A6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EDCD4830-6A47-A59E-6569-B352E6D6617F}"/>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cxnSp>
        <p:nvCxnSpPr>
          <p:cNvPr id="89" name="Straight Connector 88">
            <a:extLst>
              <a:ext uri="{FF2B5EF4-FFF2-40B4-BE49-F238E27FC236}">
                <a16:creationId xmlns:a16="http://schemas.microsoft.com/office/drawing/2014/main" id="{000E8D63-E827-790A-519A-B36BFBDEB4B5}"/>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3"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33" name="Group 132">
            <a:extLst>
              <a:ext uri="{FF2B5EF4-FFF2-40B4-BE49-F238E27FC236}">
                <a16:creationId xmlns:a16="http://schemas.microsoft.com/office/drawing/2014/main" id="{A908D1ED-4589-9577-8D42-858F2E0054C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34" name="Group 133">
              <a:extLst>
                <a:ext uri="{FF2B5EF4-FFF2-40B4-BE49-F238E27FC236}">
                  <a16:creationId xmlns:a16="http://schemas.microsoft.com/office/drawing/2014/main" id="{2657C24A-988F-290D-0D82-858C3E574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40" name="Group 139">
                <a:extLst>
                  <a:ext uri="{FF2B5EF4-FFF2-40B4-BE49-F238E27FC236}">
                    <a16:creationId xmlns:a16="http://schemas.microsoft.com/office/drawing/2014/main" id="{3AB3F4C6-5635-3075-CCEA-4675932DD4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4" name="Straight Connector 143">
                  <a:extLst>
                    <a:ext uri="{FF2B5EF4-FFF2-40B4-BE49-F238E27FC236}">
                      <a16:creationId xmlns:a16="http://schemas.microsoft.com/office/drawing/2014/main" id="{02F5D12D-62A1-0F12-12B0-572BA5657EF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47EADA3-585F-FC49-7481-AF5B4DA0939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6" name="Rectangle 30">
                  <a:extLst>
                    <a:ext uri="{FF2B5EF4-FFF2-40B4-BE49-F238E27FC236}">
                      <a16:creationId xmlns:a16="http://schemas.microsoft.com/office/drawing/2014/main" id="{DFB52899-BBD4-527C-5990-88BF84565D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30">
                  <a:extLst>
                    <a:ext uri="{FF2B5EF4-FFF2-40B4-BE49-F238E27FC236}">
                      <a16:creationId xmlns:a16="http://schemas.microsoft.com/office/drawing/2014/main" id="{653A3527-A6E3-89A6-71ED-9A7D8EBA4C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1" name="Group 140">
                <a:extLst>
                  <a:ext uri="{FF2B5EF4-FFF2-40B4-BE49-F238E27FC236}">
                    <a16:creationId xmlns:a16="http://schemas.microsoft.com/office/drawing/2014/main" id="{CD03B7A9-CD70-40B9-650E-43C78D4F16F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42" name="Freeform: Shape 141">
                  <a:extLst>
                    <a:ext uri="{FF2B5EF4-FFF2-40B4-BE49-F238E27FC236}">
                      <a16:creationId xmlns:a16="http://schemas.microsoft.com/office/drawing/2014/main" id="{451CBB11-40F3-F130-BA91-6311C58CB1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3" name="Freeform: Shape 142">
                  <a:extLst>
                    <a:ext uri="{FF2B5EF4-FFF2-40B4-BE49-F238E27FC236}">
                      <a16:creationId xmlns:a16="http://schemas.microsoft.com/office/drawing/2014/main" id="{2CCB9535-280C-59F1-2408-AFAD8D1BE2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5" name="Group 134">
              <a:extLst>
                <a:ext uri="{FF2B5EF4-FFF2-40B4-BE49-F238E27FC236}">
                  <a16:creationId xmlns:a16="http://schemas.microsoft.com/office/drawing/2014/main" id="{44493786-0B0A-24D5-26A9-8E820E6AB8F3}"/>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36" name="Group 135">
                <a:extLst>
                  <a:ext uri="{FF2B5EF4-FFF2-40B4-BE49-F238E27FC236}">
                    <a16:creationId xmlns:a16="http://schemas.microsoft.com/office/drawing/2014/main" id="{F66FA07F-4726-2875-B812-6BCC5ABCC25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8" name="Freeform 68">
                  <a:extLst>
                    <a:ext uri="{FF2B5EF4-FFF2-40B4-BE49-F238E27FC236}">
                      <a16:creationId xmlns:a16="http://schemas.microsoft.com/office/drawing/2014/main" id="{A3457F2F-D92C-2F19-7ECB-5110F6A2BB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9" name="Freeform 69">
                  <a:extLst>
                    <a:ext uri="{FF2B5EF4-FFF2-40B4-BE49-F238E27FC236}">
                      <a16:creationId xmlns:a16="http://schemas.microsoft.com/office/drawing/2014/main" id="{6ABA0333-6EC3-6BEF-E476-C0072364AA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37" name="Line 70">
                <a:extLst>
                  <a:ext uri="{FF2B5EF4-FFF2-40B4-BE49-F238E27FC236}">
                    <a16:creationId xmlns:a16="http://schemas.microsoft.com/office/drawing/2014/main" id="{D9E689F1-3CC0-2CE6-27B1-34AA1949B9CB}"/>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6" name="Date Placeholder 3">
            <a:extLst>
              <a:ext uri="{FF2B5EF4-FFF2-40B4-BE49-F238E27FC236}">
                <a16:creationId xmlns:a16="http://schemas.microsoft.com/office/drawing/2014/main" id="{6811096D-7051-CD8E-3C9B-63077216B6FE}"/>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83375748-D6D7-A497-C19F-581BC093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31AC1AD6-D101-6CA6-45FC-DC48C0F32DC9}"/>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784456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2968408" y="1187450"/>
            <a:ext cx="6255903" cy="2996901"/>
          </a:xfrm>
        </p:spPr>
        <p:txBody>
          <a:bodyPr>
            <a:noAutofit/>
          </a:bodyPr>
          <a:lstStyle>
            <a:lvl1pPr algn="ctr">
              <a:defRPr sz="4800"/>
            </a:lvl1pPr>
          </a:lstStyle>
          <a:p>
            <a:r>
              <a:rPr lang="en-US" dirty="0"/>
              <a:t>Click to add title</a:t>
            </a:r>
          </a:p>
        </p:txBody>
      </p:sp>
      <p:sp>
        <p:nvSpPr>
          <p:cNvPr id="9" name="Content Placeholder 8">
            <a:extLst>
              <a:ext uri="{FF2B5EF4-FFF2-40B4-BE49-F238E27FC236}">
                <a16:creationId xmlns:a16="http://schemas.microsoft.com/office/drawing/2014/main" id="{1C6B76DB-2767-87C4-10EE-4BBBF2841129}"/>
              </a:ext>
            </a:extLst>
          </p:cNvPr>
          <p:cNvSpPr>
            <a:spLocks noGrp="1"/>
          </p:cNvSpPr>
          <p:nvPr>
            <p:ph sz="quarter" idx="10" hasCustomPrompt="1"/>
          </p:nvPr>
        </p:nvSpPr>
        <p:spPr>
          <a:xfrm>
            <a:off x="2286000" y="4557712"/>
            <a:ext cx="7659688" cy="1639275"/>
          </a:xfrm>
        </p:spPr>
        <p:txBody>
          <a:bodyPr/>
          <a:lstStyle>
            <a:lvl1pPr marL="0" indent="0" algn="ctr" defTabSz="914400" rtl="0" eaLnBrk="1" latinLnBrk="0" hangingPunct="1">
              <a:lnSpc>
                <a:spcPct val="130000"/>
              </a:lnSpc>
              <a:spcBef>
                <a:spcPts val="1000"/>
              </a:spcBef>
              <a:buClr>
                <a:schemeClr val="accent3"/>
              </a:buClr>
              <a:buFont typeface="Arial" panose="020B0604020202020204" pitchFamily="34" charset="0"/>
              <a:buNone/>
              <a:defRPr lang="en-US" sz="1800" kern="1200" cap="all" spc="300" dirty="0" smtClean="0">
                <a:solidFill>
                  <a:schemeClr val="tx1">
                    <a:alpha val="60000"/>
                  </a:schemeClr>
                </a:solidFill>
                <a:latin typeface="+mn-lt"/>
                <a:ea typeface="+mn-ea"/>
                <a:cs typeface="+mn-cs"/>
              </a:defRPr>
            </a:lvl1pPr>
            <a:lvl2pPr marL="360000" indent="0" algn="ctr">
              <a:buFont typeface="Arial" panose="020B0604020202020204" pitchFamily="34" charset="0"/>
              <a:buNone/>
              <a:defRPr/>
            </a:lvl2pPr>
          </a:lstStyle>
          <a:p>
            <a:pPr lvl="0"/>
            <a:r>
              <a:rPr lang="en-US" dirty="0"/>
              <a:t>Click to add text</a:t>
            </a:r>
          </a:p>
          <a:p>
            <a:pPr lvl="1"/>
            <a:endParaRPr lang="en-US" dirty="0"/>
          </a:p>
        </p:txBody>
      </p:sp>
      <p:grpSp>
        <p:nvGrpSpPr>
          <p:cNvPr id="3" name="Group 2">
            <a:extLst>
              <a:ext uri="{FF2B5EF4-FFF2-40B4-BE49-F238E27FC236}">
                <a16:creationId xmlns:a16="http://schemas.microsoft.com/office/drawing/2014/main" id="{99F4A9DA-0E0F-BB15-37FE-7C47230AF41A}"/>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 name="Group 3">
              <a:extLst>
                <a:ext uri="{FF2B5EF4-FFF2-40B4-BE49-F238E27FC236}">
                  <a16:creationId xmlns:a16="http://schemas.microsoft.com/office/drawing/2014/main" id="{A6D7EE9A-A325-1078-BB60-9FC75CAEB6E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38" name="Freeform 64">
                <a:extLst>
                  <a:ext uri="{FF2B5EF4-FFF2-40B4-BE49-F238E27FC236}">
                    <a16:creationId xmlns:a16="http://schemas.microsoft.com/office/drawing/2014/main" id="{E3B36E34-9750-EC15-036F-4B675C295AB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1">
                <a:extLst>
                  <a:ext uri="{FF2B5EF4-FFF2-40B4-BE49-F238E27FC236}">
                    <a16:creationId xmlns:a16="http://schemas.microsoft.com/office/drawing/2014/main" id="{06586384-27A4-246C-E62A-33558F884F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0" name="Freeform 61">
                <a:extLst>
                  <a:ext uri="{FF2B5EF4-FFF2-40B4-BE49-F238E27FC236}">
                    <a16:creationId xmlns:a16="http://schemas.microsoft.com/office/drawing/2014/main" id="{5AA0A056-987B-0766-D8E8-C8D89A7EC7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1" name="Freeform 78">
                <a:extLst>
                  <a:ext uri="{FF2B5EF4-FFF2-40B4-BE49-F238E27FC236}">
                    <a16:creationId xmlns:a16="http://schemas.microsoft.com/office/drawing/2014/main" id="{B8359D64-1AAE-C3D6-1AEB-701A902686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2" name="Freeform 84">
                <a:extLst>
                  <a:ext uri="{FF2B5EF4-FFF2-40B4-BE49-F238E27FC236}">
                    <a16:creationId xmlns:a16="http://schemas.microsoft.com/office/drawing/2014/main" id="{40C577F2-9B8C-9987-0FDA-0B46E995AE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3" name="Freeform 87">
                <a:extLst>
                  <a:ext uri="{FF2B5EF4-FFF2-40B4-BE49-F238E27FC236}">
                    <a16:creationId xmlns:a16="http://schemas.microsoft.com/office/drawing/2014/main" id="{E4A8A441-14F2-1181-7C03-9AF4D75DE0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4" name="Freeform 60">
                <a:extLst>
                  <a:ext uri="{FF2B5EF4-FFF2-40B4-BE49-F238E27FC236}">
                    <a16:creationId xmlns:a16="http://schemas.microsoft.com/office/drawing/2014/main" id="{3A0F5B06-DAD1-414A-4045-AC17788009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5" name="Freeform 59">
                <a:extLst>
                  <a:ext uri="{FF2B5EF4-FFF2-40B4-BE49-F238E27FC236}">
                    <a16:creationId xmlns:a16="http://schemas.microsoft.com/office/drawing/2014/main" id="{6EAB1EB7-4688-82CC-051F-DB66DE38B8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62">
                <a:extLst>
                  <a:ext uri="{FF2B5EF4-FFF2-40B4-BE49-F238E27FC236}">
                    <a16:creationId xmlns:a16="http://schemas.microsoft.com/office/drawing/2014/main" id="{A9AB2401-8BD6-D082-7D34-198A6545D1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65">
                <a:extLst>
                  <a:ext uri="{FF2B5EF4-FFF2-40B4-BE49-F238E27FC236}">
                    <a16:creationId xmlns:a16="http://schemas.microsoft.com/office/drawing/2014/main" id="{3A90FDBC-4B7A-EDE5-0D04-338D0D4465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79">
                <a:extLst>
                  <a:ext uri="{FF2B5EF4-FFF2-40B4-BE49-F238E27FC236}">
                    <a16:creationId xmlns:a16="http://schemas.microsoft.com/office/drawing/2014/main" id="{A8D3C6B9-6FD6-25DA-E318-38517D172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9" name="Freeform 82">
                <a:extLst>
                  <a:ext uri="{FF2B5EF4-FFF2-40B4-BE49-F238E27FC236}">
                    <a16:creationId xmlns:a16="http://schemas.microsoft.com/office/drawing/2014/main" id="{7B45605F-50DD-B936-79D0-4D5D3DCCF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0" name="Freeform 85">
                <a:extLst>
                  <a:ext uri="{FF2B5EF4-FFF2-40B4-BE49-F238E27FC236}">
                    <a16:creationId xmlns:a16="http://schemas.microsoft.com/office/drawing/2014/main" id="{AA2CCC3A-D444-734A-6925-577856500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88">
                <a:extLst>
                  <a:ext uri="{FF2B5EF4-FFF2-40B4-BE49-F238E27FC236}">
                    <a16:creationId xmlns:a16="http://schemas.microsoft.com/office/drawing/2014/main" id="{A2BD9A0D-1346-B3F5-7383-79EB805ABD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2" name="Group 51">
                <a:extLst>
                  <a:ext uri="{FF2B5EF4-FFF2-40B4-BE49-F238E27FC236}">
                    <a16:creationId xmlns:a16="http://schemas.microsoft.com/office/drawing/2014/main" id="{16EB22E5-C3DE-A015-B732-9C99977BB7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3" name="Line 63">
                  <a:extLst>
                    <a:ext uri="{FF2B5EF4-FFF2-40B4-BE49-F238E27FC236}">
                      <a16:creationId xmlns:a16="http://schemas.microsoft.com/office/drawing/2014/main" id="{93CF15FE-A466-3FBE-1E87-307BF004FC3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 name="Line 66">
                  <a:extLst>
                    <a:ext uri="{FF2B5EF4-FFF2-40B4-BE49-F238E27FC236}">
                      <a16:creationId xmlns:a16="http://schemas.microsoft.com/office/drawing/2014/main" id="{3C84471E-53D8-C7CA-359C-EA3D084335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 name="Line 67">
                  <a:extLst>
                    <a:ext uri="{FF2B5EF4-FFF2-40B4-BE49-F238E27FC236}">
                      <a16:creationId xmlns:a16="http://schemas.microsoft.com/office/drawing/2014/main" id="{BC3DC9EB-7ADF-8A40-A0B1-806A49FDD1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 name="Line 80">
                  <a:extLst>
                    <a:ext uri="{FF2B5EF4-FFF2-40B4-BE49-F238E27FC236}">
                      <a16:creationId xmlns:a16="http://schemas.microsoft.com/office/drawing/2014/main" id="{A9814A17-E78A-F4E9-E11C-91D474D977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Line 83">
                  <a:extLst>
                    <a:ext uri="{FF2B5EF4-FFF2-40B4-BE49-F238E27FC236}">
                      <a16:creationId xmlns:a16="http://schemas.microsoft.com/office/drawing/2014/main" id="{317CBEE3-C973-721D-F6E1-B01AB38460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 name="Line 86">
                  <a:extLst>
                    <a:ext uri="{FF2B5EF4-FFF2-40B4-BE49-F238E27FC236}">
                      <a16:creationId xmlns:a16="http://schemas.microsoft.com/office/drawing/2014/main" id="{B94FEC87-B417-D6A3-C64B-28FBFF77E6B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 name="Line 89">
                  <a:extLst>
                    <a:ext uri="{FF2B5EF4-FFF2-40B4-BE49-F238E27FC236}">
                      <a16:creationId xmlns:a16="http://schemas.microsoft.com/office/drawing/2014/main" id="{E06EF271-57E5-EEF4-D040-2024C9C5E2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 name="Group 4">
              <a:extLst>
                <a:ext uri="{FF2B5EF4-FFF2-40B4-BE49-F238E27FC236}">
                  <a16:creationId xmlns:a16="http://schemas.microsoft.com/office/drawing/2014/main" id="{8B6F3B2D-71C3-22D2-3FE7-AEB56473B0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0" name="Group 29">
                <a:extLst>
                  <a:ext uri="{FF2B5EF4-FFF2-40B4-BE49-F238E27FC236}">
                    <a16:creationId xmlns:a16="http://schemas.microsoft.com/office/drawing/2014/main" id="{97575CCE-8AB7-7F62-6647-54A79E708F6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17ABC5D-B6B9-F1AF-A5E6-4E86BF39735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90BB42-FD51-C2C9-345D-87DED4AC79F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385D3C2A-6509-6882-27B6-96C87422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0">
                  <a:extLst>
                    <a:ext uri="{FF2B5EF4-FFF2-40B4-BE49-F238E27FC236}">
                      <a16:creationId xmlns:a16="http://schemas.microsoft.com/office/drawing/2014/main" id="{4BF0830E-092E-8582-FD37-25EBB95D93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C380A303-EA12-90C6-733E-C85628E6E95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31">
                  <a:extLst>
                    <a:ext uri="{FF2B5EF4-FFF2-40B4-BE49-F238E27FC236}">
                      <a16:creationId xmlns:a16="http://schemas.microsoft.com/office/drawing/2014/main" id="{641257D7-35B4-17E4-164F-621D979A03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33" name="Freeform: Shape 32">
                  <a:extLst>
                    <a:ext uri="{FF2B5EF4-FFF2-40B4-BE49-F238E27FC236}">
                      <a16:creationId xmlns:a16="http://schemas.microsoft.com/office/drawing/2014/main" id="{6F3910AB-8CA8-F456-4738-9F48854BD06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7" name="Group 16">
              <a:extLst>
                <a:ext uri="{FF2B5EF4-FFF2-40B4-BE49-F238E27FC236}">
                  <a16:creationId xmlns:a16="http://schemas.microsoft.com/office/drawing/2014/main" id="{B586CB42-F5B6-83EC-94BC-143860A116A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9" name="Group 18">
                <a:extLst>
                  <a:ext uri="{FF2B5EF4-FFF2-40B4-BE49-F238E27FC236}">
                    <a16:creationId xmlns:a16="http://schemas.microsoft.com/office/drawing/2014/main" id="{635060AB-ED2F-208F-81B5-BEB45F802FA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27" name="Freeform 68">
                  <a:extLst>
                    <a:ext uri="{FF2B5EF4-FFF2-40B4-BE49-F238E27FC236}">
                      <a16:creationId xmlns:a16="http://schemas.microsoft.com/office/drawing/2014/main" id="{6E687AEB-A199-BAD0-2E9A-3ACBFE2841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9">
                  <a:extLst>
                    <a:ext uri="{FF2B5EF4-FFF2-40B4-BE49-F238E27FC236}">
                      <a16:creationId xmlns:a16="http://schemas.microsoft.com/office/drawing/2014/main" id="{DAFE85D5-581E-A320-6774-95E0233C56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Line 70">
                  <a:extLst>
                    <a:ext uri="{FF2B5EF4-FFF2-40B4-BE49-F238E27FC236}">
                      <a16:creationId xmlns:a16="http://schemas.microsoft.com/office/drawing/2014/main" id="{7270347A-DB8B-CFEA-D5B1-DBC3659BBE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1" name="Group 20">
                <a:extLst>
                  <a:ext uri="{FF2B5EF4-FFF2-40B4-BE49-F238E27FC236}">
                    <a16:creationId xmlns:a16="http://schemas.microsoft.com/office/drawing/2014/main" id="{21965131-3F3E-E213-B710-81D71722A97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2" name="Freeform 68">
                  <a:extLst>
                    <a:ext uri="{FF2B5EF4-FFF2-40B4-BE49-F238E27FC236}">
                      <a16:creationId xmlns:a16="http://schemas.microsoft.com/office/drawing/2014/main" id="{A3D07104-0A30-F679-34AF-C21FD6FACE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69">
                  <a:extLst>
                    <a:ext uri="{FF2B5EF4-FFF2-40B4-BE49-F238E27FC236}">
                      <a16:creationId xmlns:a16="http://schemas.microsoft.com/office/drawing/2014/main" id="{B13E5798-2DCB-9131-C54F-6F0D08D86F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5" name="Line 70">
                  <a:extLst>
                    <a:ext uri="{FF2B5EF4-FFF2-40B4-BE49-F238E27FC236}">
                      <a16:creationId xmlns:a16="http://schemas.microsoft.com/office/drawing/2014/main" id="{2F125324-9871-5BDF-13D3-6E4113AFD0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60" name="Group 59">
            <a:extLst>
              <a:ext uri="{FF2B5EF4-FFF2-40B4-BE49-F238E27FC236}">
                <a16:creationId xmlns:a16="http://schemas.microsoft.com/office/drawing/2014/main" id="{BE0CCD1F-2B54-D361-E053-5FF87DD59BCE}"/>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61" name="Group 60">
              <a:extLst>
                <a:ext uri="{FF2B5EF4-FFF2-40B4-BE49-F238E27FC236}">
                  <a16:creationId xmlns:a16="http://schemas.microsoft.com/office/drawing/2014/main" id="{B3F3EEBC-EBC4-0038-38A9-A494FED7A6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0" name="Freeform 64">
                <a:extLst>
                  <a:ext uri="{FF2B5EF4-FFF2-40B4-BE49-F238E27FC236}">
                    <a16:creationId xmlns:a16="http://schemas.microsoft.com/office/drawing/2014/main" id="{581DA3CF-C0A0-8E1A-B2CA-B465ACA6C8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1" name="Freeform 81">
                <a:extLst>
                  <a:ext uri="{FF2B5EF4-FFF2-40B4-BE49-F238E27FC236}">
                    <a16:creationId xmlns:a16="http://schemas.microsoft.com/office/drawing/2014/main" id="{DB32943F-D66E-F068-1ECE-FF375616F2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2" name="Freeform 61">
                <a:extLst>
                  <a:ext uri="{FF2B5EF4-FFF2-40B4-BE49-F238E27FC236}">
                    <a16:creationId xmlns:a16="http://schemas.microsoft.com/office/drawing/2014/main" id="{3B13BE8F-A9CD-C462-43E9-D182FCF05E2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3" name="Freeform 78">
                <a:extLst>
                  <a:ext uri="{FF2B5EF4-FFF2-40B4-BE49-F238E27FC236}">
                    <a16:creationId xmlns:a16="http://schemas.microsoft.com/office/drawing/2014/main" id="{F75852E9-400B-CA0A-4A1A-0B754AE00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4" name="Freeform 84">
                <a:extLst>
                  <a:ext uri="{FF2B5EF4-FFF2-40B4-BE49-F238E27FC236}">
                    <a16:creationId xmlns:a16="http://schemas.microsoft.com/office/drawing/2014/main" id="{1D8ECB49-B6E6-DA8C-61EE-CB6BB20FF4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5" name="Freeform 87">
                <a:extLst>
                  <a:ext uri="{FF2B5EF4-FFF2-40B4-BE49-F238E27FC236}">
                    <a16:creationId xmlns:a16="http://schemas.microsoft.com/office/drawing/2014/main" id="{53A3DB70-240A-ADEB-E7B2-84B3837F44D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6" name="Freeform 60">
                <a:extLst>
                  <a:ext uri="{FF2B5EF4-FFF2-40B4-BE49-F238E27FC236}">
                    <a16:creationId xmlns:a16="http://schemas.microsoft.com/office/drawing/2014/main" id="{9B713D37-E240-145B-9C3E-F8D262CF7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59">
                <a:extLst>
                  <a:ext uri="{FF2B5EF4-FFF2-40B4-BE49-F238E27FC236}">
                    <a16:creationId xmlns:a16="http://schemas.microsoft.com/office/drawing/2014/main" id="{17B81BF5-2C3A-46BE-E721-022FD3C1F46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Freeform 62">
                <a:extLst>
                  <a:ext uri="{FF2B5EF4-FFF2-40B4-BE49-F238E27FC236}">
                    <a16:creationId xmlns:a16="http://schemas.microsoft.com/office/drawing/2014/main" id="{2885C111-E5DD-8443-FE17-0569B46EC8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9" name="Freeform 65">
                <a:extLst>
                  <a:ext uri="{FF2B5EF4-FFF2-40B4-BE49-F238E27FC236}">
                    <a16:creationId xmlns:a16="http://schemas.microsoft.com/office/drawing/2014/main" id="{029DD684-1B88-2889-DA3A-5870D67614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0" name="Freeform 79">
                <a:extLst>
                  <a:ext uri="{FF2B5EF4-FFF2-40B4-BE49-F238E27FC236}">
                    <a16:creationId xmlns:a16="http://schemas.microsoft.com/office/drawing/2014/main" id="{3C566D20-0174-75CC-D855-AB274699D8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1" name="Freeform 82">
                <a:extLst>
                  <a:ext uri="{FF2B5EF4-FFF2-40B4-BE49-F238E27FC236}">
                    <a16:creationId xmlns:a16="http://schemas.microsoft.com/office/drawing/2014/main" id="{36A8E32A-151B-A3D3-49DE-6008D6C45F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2" name="Freeform 85">
                <a:extLst>
                  <a:ext uri="{FF2B5EF4-FFF2-40B4-BE49-F238E27FC236}">
                    <a16:creationId xmlns:a16="http://schemas.microsoft.com/office/drawing/2014/main" id="{76E7A491-283C-6A17-EB8C-B02383E9A2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3" name="Freeform 88">
                <a:extLst>
                  <a:ext uri="{FF2B5EF4-FFF2-40B4-BE49-F238E27FC236}">
                    <a16:creationId xmlns:a16="http://schemas.microsoft.com/office/drawing/2014/main" id="{E91E0A05-94DE-D7F7-3A60-DEA330713B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94" name="Group 93">
                <a:extLst>
                  <a:ext uri="{FF2B5EF4-FFF2-40B4-BE49-F238E27FC236}">
                    <a16:creationId xmlns:a16="http://schemas.microsoft.com/office/drawing/2014/main" id="{FF3DE174-682A-6361-8639-CDA2D81AA0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95" name="Line 63">
                  <a:extLst>
                    <a:ext uri="{FF2B5EF4-FFF2-40B4-BE49-F238E27FC236}">
                      <a16:creationId xmlns:a16="http://schemas.microsoft.com/office/drawing/2014/main" id="{2234DE9F-CB30-6186-5B72-493836DF14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6" name="Line 66">
                  <a:extLst>
                    <a:ext uri="{FF2B5EF4-FFF2-40B4-BE49-F238E27FC236}">
                      <a16:creationId xmlns:a16="http://schemas.microsoft.com/office/drawing/2014/main" id="{DAF283E5-22FA-93DD-FB58-AA9A0424C9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7" name="Line 67">
                  <a:extLst>
                    <a:ext uri="{FF2B5EF4-FFF2-40B4-BE49-F238E27FC236}">
                      <a16:creationId xmlns:a16="http://schemas.microsoft.com/office/drawing/2014/main" id="{CE496269-4163-B3BB-A9E1-56F00C65A0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8" name="Line 80">
                  <a:extLst>
                    <a:ext uri="{FF2B5EF4-FFF2-40B4-BE49-F238E27FC236}">
                      <a16:creationId xmlns:a16="http://schemas.microsoft.com/office/drawing/2014/main" id="{90179A3F-210B-6566-A4A2-F50DAB4E89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9" name="Line 83">
                  <a:extLst>
                    <a:ext uri="{FF2B5EF4-FFF2-40B4-BE49-F238E27FC236}">
                      <a16:creationId xmlns:a16="http://schemas.microsoft.com/office/drawing/2014/main" id="{772AEF66-4E36-6C46-BEE9-2E18CDC2AE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0" name="Line 86">
                  <a:extLst>
                    <a:ext uri="{FF2B5EF4-FFF2-40B4-BE49-F238E27FC236}">
                      <a16:creationId xmlns:a16="http://schemas.microsoft.com/office/drawing/2014/main" id="{258703F6-E13A-5C69-B4D3-DE791D24F1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1" name="Line 89">
                  <a:extLst>
                    <a:ext uri="{FF2B5EF4-FFF2-40B4-BE49-F238E27FC236}">
                      <a16:creationId xmlns:a16="http://schemas.microsoft.com/office/drawing/2014/main" id="{EEC221A3-F3A0-F165-B37C-BF65A34237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62" name="Group 61">
              <a:extLst>
                <a:ext uri="{FF2B5EF4-FFF2-40B4-BE49-F238E27FC236}">
                  <a16:creationId xmlns:a16="http://schemas.microsoft.com/office/drawing/2014/main" id="{E1BE042E-E49B-4A5F-357E-8DB2C56DDBD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2" name="Group 71">
                <a:extLst>
                  <a:ext uri="{FF2B5EF4-FFF2-40B4-BE49-F238E27FC236}">
                    <a16:creationId xmlns:a16="http://schemas.microsoft.com/office/drawing/2014/main" id="{C166BC29-F4E6-A651-BD21-70A8B85B4D3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76" name="Straight Connector 75">
                  <a:extLst>
                    <a:ext uri="{FF2B5EF4-FFF2-40B4-BE49-F238E27FC236}">
                      <a16:creationId xmlns:a16="http://schemas.microsoft.com/office/drawing/2014/main" id="{6002A7A7-B4BB-9C4C-3948-E72F7F44D1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F73A36C-4216-A151-D845-77BCCDC9E71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8" name="Rectangle 30">
                  <a:extLst>
                    <a:ext uri="{FF2B5EF4-FFF2-40B4-BE49-F238E27FC236}">
                      <a16:creationId xmlns:a16="http://schemas.microsoft.com/office/drawing/2014/main" id="{5BBF4110-E046-056F-4D58-8896610108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30">
                  <a:extLst>
                    <a:ext uri="{FF2B5EF4-FFF2-40B4-BE49-F238E27FC236}">
                      <a16:creationId xmlns:a16="http://schemas.microsoft.com/office/drawing/2014/main" id="{809EE42A-5648-154F-432A-D9F3570862D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3" name="Group 72">
                <a:extLst>
                  <a:ext uri="{FF2B5EF4-FFF2-40B4-BE49-F238E27FC236}">
                    <a16:creationId xmlns:a16="http://schemas.microsoft.com/office/drawing/2014/main" id="{A783DC31-F0EF-CF42-ED90-75B1ABD16C4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74" name="Freeform: Shape 73">
                  <a:extLst>
                    <a:ext uri="{FF2B5EF4-FFF2-40B4-BE49-F238E27FC236}">
                      <a16:creationId xmlns:a16="http://schemas.microsoft.com/office/drawing/2014/main" id="{798C938D-4846-6187-1846-8DF73B4DD1D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75" name="Freeform: Shape 74">
                  <a:extLst>
                    <a:ext uri="{FF2B5EF4-FFF2-40B4-BE49-F238E27FC236}">
                      <a16:creationId xmlns:a16="http://schemas.microsoft.com/office/drawing/2014/main" id="{E52F3A13-6583-B19D-8326-EDCA4E9994D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63" name="Group 62">
              <a:extLst>
                <a:ext uri="{FF2B5EF4-FFF2-40B4-BE49-F238E27FC236}">
                  <a16:creationId xmlns:a16="http://schemas.microsoft.com/office/drawing/2014/main" id="{0AC02D64-2157-DCA3-9D5E-57703AAB781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64" name="Group 63">
                <a:extLst>
                  <a:ext uri="{FF2B5EF4-FFF2-40B4-BE49-F238E27FC236}">
                    <a16:creationId xmlns:a16="http://schemas.microsoft.com/office/drawing/2014/main" id="{7EDD009B-AFCE-7C90-EDC0-4823F23EA1A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69" name="Freeform 68">
                  <a:extLst>
                    <a:ext uri="{FF2B5EF4-FFF2-40B4-BE49-F238E27FC236}">
                      <a16:creationId xmlns:a16="http://schemas.microsoft.com/office/drawing/2014/main" id="{8DCD1D20-6F7B-2005-233C-448F727696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9">
                  <a:extLst>
                    <a:ext uri="{FF2B5EF4-FFF2-40B4-BE49-F238E27FC236}">
                      <a16:creationId xmlns:a16="http://schemas.microsoft.com/office/drawing/2014/main" id="{C701A3C9-3B53-4238-2638-1B8BA0EC5F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Line 70">
                  <a:extLst>
                    <a:ext uri="{FF2B5EF4-FFF2-40B4-BE49-F238E27FC236}">
                      <a16:creationId xmlns:a16="http://schemas.microsoft.com/office/drawing/2014/main" id="{36AC7693-785F-3C83-9A64-E6039FA0E0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5" name="Group 64">
                <a:extLst>
                  <a:ext uri="{FF2B5EF4-FFF2-40B4-BE49-F238E27FC236}">
                    <a16:creationId xmlns:a16="http://schemas.microsoft.com/office/drawing/2014/main" id="{CF359D63-C81D-206A-44F3-F1273C0708F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66" name="Freeform 68">
                  <a:extLst>
                    <a:ext uri="{FF2B5EF4-FFF2-40B4-BE49-F238E27FC236}">
                      <a16:creationId xmlns:a16="http://schemas.microsoft.com/office/drawing/2014/main" id="{220AC73E-818C-B36C-CBD0-B0B5802981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69">
                  <a:extLst>
                    <a:ext uri="{FF2B5EF4-FFF2-40B4-BE49-F238E27FC236}">
                      <a16:creationId xmlns:a16="http://schemas.microsoft.com/office/drawing/2014/main" id="{E5255418-4DCC-DA3A-8A94-1E4253DD4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Line 70">
                  <a:extLst>
                    <a:ext uri="{FF2B5EF4-FFF2-40B4-BE49-F238E27FC236}">
                      <a16:creationId xmlns:a16="http://schemas.microsoft.com/office/drawing/2014/main" id="{81D8F951-4C97-BFA4-4434-DCEC72D59E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cxnSp>
        <p:nvCxnSpPr>
          <p:cNvPr id="107" name="Straight Connector 106">
            <a:extLst>
              <a:ext uri="{FF2B5EF4-FFF2-40B4-BE49-F238E27FC236}">
                <a16:creationId xmlns:a16="http://schemas.microsoft.com/office/drawing/2014/main" id="{3784D93E-84DF-A671-0102-F4445B9DB2A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43775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303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6F8AB8B9-9DB5-3592-13B2-C6EAC9964CDC}"/>
              </a:ext>
            </a:extLst>
          </p:cNvPr>
          <p:cNvSpPr>
            <a:spLocks noGrp="1"/>
          </p:cNvSpPr>
          <p:nvPr>
            <p:ph type="title" hasCustomPrompt="1"/>
          </p:nvPr>
        </p:nvSpPr>
        <p:spPr>
          <a:xfrm>
            <a:off x="568164" y="400049"/>
            <a:ext cx="11104724" cy="1185045"/>
          </a:xfrm>
        </p:spPr>
        <p:txBody>
          <a:bodyPr lIns="0">
            <a:normAutofit/>
          </a:bodyPr>
          <a:lstStyle>
            <a:lvl1pPr>
              <a:defRPr sz="3600"/>
            </a:lvl1pPr>
          </a:lstStyle>
          <a:p>
            <a:r>
              <a:rPr lang="en-US" dirty="0"/>
              <a:t>Click to add title</a:t>
            </a:r>
          </a:p>
        </p:txBody>
      </p:sp>
      <p:sp>
        <p:nvSpPr>
          <p:cNvPr id="10" name="Content Placeholder 3">
            <a:extLst>
              <a:ext uri="{FF2B5EF4-FFF2-40B4-BE49-F238E27FC236}">
                <a16:creationId xmlns:a16="http://schemas.microsoft.com/office/drawing/2014/main" id="{96B6B9D5-CD1B-A940-279D-F71F01ADB003}"/>
              </a:ext>
            </a:extLst>
          </p:cNvPr>
          <p:cNvSpPr>
            <a:spLocks noGrp="1"/>
          </p:cNvSpPr>
          <p:nvPr>
            <p:ph sz="half" idx="12" hasCustomPrompt="1"/>
          </p:nvPr>
        </p:nvSpPr>
        <p:spPr>
          <a:xfrm>
            <a:off x="568164" y="1997132"/>
            <a:ext cx="5398686" cy="4232218"/>
          </a:xfrm>
        </p:spPr>
        <p:txBody>
          <a:bodyPr lIns="0">
            <a:normAutofit/>
          </a:bodyPr>
          <a:lstStyle>
            <a:lvl1pPr marL="0" indent="0">
              <a:lnSpc>
                <a:spcPct val="130000"/>
              </a:lnSpc>
              <a:spcBef>
                <a:spcPts val="1000"/>
              </a:spcBef>
              <a:buNone/>
              <a:defRPr sz="1800"/>
            </a:lvl1pPr>
            <a:lvl2pPr marL="283464" indent="-283464">
              <a:lnSpc>
                <a:spcPct val="130000"/>
              </a:lnSpc>
              <a:spcBef>
                <a:spcPts val="1000"/>
              </a:spcBef>
              <a:defRPr sz="1800"/>
            </a:lvl2pPr>
            <a:lvl3pPr marL="566928" indent="-283464">
              <a:lnSpc>
                <a:spcPct val="130000"/>
              </a:lnSpc>
              <a:spcBef>
                <a:spcPts val="1000"/>
              </a:spcBef>
              <a:defRPr sz="1800"/>
            </a:lvl3pPr>
            <a:lvl4pPr marL="850392" indent="-283464">
              <a:lnSpc>
                <a:spcPct val="130000"/>
              </a:lnSpc>
              <a:spcBef>
                <a:spcPts val="1000"/>
              </a:spcBef>
              <a:defRPr sz="1800"/>
            </a:lvl4pPr>
            <a:lvl5pPr marL="1371600" indent="-283464">
              <a:lnSpc>
                <a:spcPct val="130000"/>
              </a:lnSpc>
              <a:spcBef>
                <a:spcPts val="1000"/>
              </a:spcBef>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a:extLst>
              <a:ext uri="{FF2B5EF4-FFF2-40B4-BE49-F238E27FC236}">
                <a16:creationId xmlns:a16="http://schemas.microsoft.com/office/drawing/2014/main" id="{3269BDF9-7C8E-6E41-2B0A-E6156A56F0EF}"/>
              </a:ext>
            </a:extLst>
          </p:cNvPr>
          <p:cNvSpPr>
            <a:spLocks noGrp="1"/>
          </p:cNvSpPr>
          <p:nvPr>
            <p:ph sz="half" idx="13" hasCustomPrompt="1"/>
          </p:nvPr>
        </p:nvSpPr>
        <p:spPr>
          <a:xfrm>
            <a:off x="6274202" y="1997132"/>
            <a:ext cx="5398686" cy="4232218"/>
          </a:xfrm>
        </p:spPr>
        <p:txBody>
          <a:bodyPr lIns="0">
            <a:normAutofit/>
          </a:bodyPr>
          <a:lstStyle>
            <a:lvl1pPr marL="0" indent="0">
              <a:lnSpc>
                <a:spcPct val="130000"/>
              </a:lnSpc>
              <a:spcBef>
                <a:spcPts val="1000"/>
              </a:spcBef>
              <a:buNone/>
              <a:defRPr sz="1800"/>
            </a:lvl1pPr>
            <a:lvl2pPr marL="283464" indent="-283464">
              <a:lnSpc>
                <a:spcPct val="130000"/>
              </a:lnSpc>
              <a:spcBef>
                <a:spcPts val="1000"/>
              </a:spcBef>
              <a:defRPr sz="1800"/>
            </a:lvl2pPr>
            <a:lvl3pPr marL="566928" indent="-283464">
              <a:lnSpc>
                <a:spcPct val="130000"/>
              </a:lnSpc>
              <a:spcBef>
                <a:spcPts val="1000"/>
              </a:spcBef>
              <a:defRPr sz="1800"/>
            </a:lvl3pPr>
            <a:lvl4pPr marL="850392" indent="-283464">
              <a:lnSpc>
                <a:spcPct val="130000"/>
              </a:lnSpc>
              <a:spcBef>
                <a:spcPts val="1000"/>
              </a:spcBef>
              <a:defRPr sz="1800"/>
            </a:lvl4pPr>
            <a:lvl5pPr marL="1371600" indent="-283464">
              <a:lnSpc>
                <a:spcPct val="130000"/>
              </a:lnSpc>
              <a:spcBef>
                <a:spcPts val="1000"/>
              </a:spcBef>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B8ED33-4EE7-7B50-3C8D-2D43FCEE2B34}"/>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Date Placeholder 3">
            <a:extLst>
              <a:ext uri="{FF2B5EF4-FFF2-40B4-BE49-F238E27FC236}">
                <a16:creationId xmlns:a16="http://schemas.microsoft.com/office/drawing/2014/main" id="{9C8F833A-02FB-E36B-45C9-0645070F68FD}"/>
              </a:ext>
            </a:extLst>
          </p:cNvPr>
          <p:cNvSpPr>
            <a:spLocks noGrp="1"/>
          </p:cNvSpPr>
          <p:nvPr>
            <p:ph type="dt" sz="half" idx="11"/>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3" name="Footer Placeholder 6">
            <a:extLst>
              <a:ext uri="{FF2B5EF4-FFF2-40B4-BE49-F238E27FC236}">
                <a16:creationId xmlns:a16="http://schemas.microsoft.com/office/drawing/2014/main" id="{7BDAEEC9-E6ED-C61A-85C7-C1E0B67B16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5">
            <a:extLst>
              <a:ext uri="{FF2B5EF4-FFF2-40B4-BE49-F238E27FC236}">
                <a16:creationId xmlns:a16="http://schemas.microsoft.com/office/drawing/2014/main" id="{E71492A7-053E-DE52-D433-9715A1632BE3}"/>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639326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hasCustomPrompt="1"/>
          </p:nvPr>
        </p:nvSpPr>
        <p:spPr>
          <a:xfrm>
            <a:off x="3890507" y="395289"/>
            <a:ext cx="7733329" cy="1189806"/>
          </a:xfrm>
        </p:spPr>
        <p:txBody>
          <a:bodyPr lIns="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hasCustomPrompt="1"/>
          </p:nvPr>
        </p:nvSpPr>
        <p:spPr>
          <a:xfrm>
            <a:off x="3890507" y="1997132"/>
            <a:ext cx="2765356" cy="4465579"/>
          </a:xfrm>
        </p:spPr>
        <p:txBody>
          <a:bodyPr lIns="0">
            <a:normAutofit/>
          </a:bodyPr>
          <a:lstStyle>
            <a:lvl1pPr>
              <a:defRPr sz="1800"/>
            </a:lvl1pPr>
            <a:lvl2pPr>
              <a:defRPr sz="1800"/>
            </a:lvl2pPr>
            <a:lvl3pPr>
              <a:defRPr sz="1800"/>
            </a:lvl3pPr>
            <a:lvl4pPr>
              <a:defRPr sz="1800"/>
            </a:lvl4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p:txBody>
      </p:sp>
      <p:sp>
        <p:nvSpPr>
          <p:cNvPr id="8" name="Content Placeholder 3">
            <a:extLst>
              <a:ext uri="{FF2B5EF4-FFF2-40B4-BE49-F238E27FC236}">
                <a16:creationId xmlns:a16="http://schemas.microsoft.com/office/drawing/2014/main" id="{C8C1FBAB-005F-F0AD-1BEA-D659045F89F3}"/>
              </a:ext>
            </a:extLst>
          </p:cNvPr>
          <p:cNvSpPr>
            <a:spLocks noGrp="1"/>
          </p:cNvSpPr>
          <p:nvPr>
            <p:ph sz="half" idx="13" hasCustomPrompt="1"/>
          </p:nvPr>
        </p:nvSpPr>
        <p:spPr>
          <a:xfrm>
            <a:off x="6815634" y="1997132"/>
            <a:ext cx="4808202" cy="4232218"/>
          </a:xfrm>
        </p:spPr>
        <p:txBody>
          <a:bodyPr lIns="91440">
            <a:normAutofit/>
          </a:bodyPr>
          <a:lstStyle>
            <a:lvl1pPr marL="0" indent="0">
              <a:lnSpc>
                <a:spcPct val="130000"/>
              </a:lnSpc>
              <a:spcBef>
                <a:spcPts val="1000"/>
              </a:spcBef>
              <a:buNone/>
              <a:defRPr sz="1800"/>
            </a:lvl1pPr>
            <a:lvl2pPr marL="283464" indent="-283464">
              <a:lnSpc>
                <a:spcPct val="130000"/>
              </a:lnSpc>
              <a:spcBef>
                <a:spcPts val="1000"/>
              </a:spcBef>
              <a:defRPr sz="1800"/>
            </a:lvl2pPr>
            <a:lvl3pPr marL="566928" indent="-283464">
              <a:lnSpc>
                <a:spcPct val="130000"/>
              </a:lnSpc>
              <a:spcBef>
                <a:spcPts val="1000"/>
              </a:spcBef>
              <a:defRPr sz="1800"/>
            </a:lvl3pPr>
            <a:lvl4pPr marL="850392" indent="-283464">
              <a:lnSpc>
                <a:spcPct val="130000"/>
              </a:lnSpc>
              <a:spcBef>
                <a:spcPts val="1000"/>
              </a:spcBef>
              <a:defRPr sz="1800"/>
            </a:lvl4pPr>
            <a:lvl5pPr marL="1371600" indent="-283464">
              <a:lnSpc>
                <a:spcPct val="130000"/>
              </a:lnSpc>
              <a:spcBef>
                <a:spcPts val="1000"/>
              </a:spcBef>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40CF0BDF-4C70-3A21-D896-DAC13562A295}"/>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890509"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A735428F-DCEA-E8DB-1A53-7A9E8B6BD17C}"/>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76" name="Freeform 64">
              <a:extLst>
                <a:ext uri="{FF2B5EF4-FFF2-40B4-BE49-F238E27FC236}">
                  <a16:creationId xmlns:a16="http://schemas.microsoft.com/office/drawing/2014/main" id="{B08950FF-1512-B7DF-BED3-12DAB240CE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1">
              <a:extLst>
                <a:ext uri="{FF2B5EF4-FFF2-40B4-BE49-F238E27FC236}">
                  <a16:creationId xmlns:a16="http://schemas.microsoft.com/office/drawing/2014/main" id="{FED46019-50FE-56DC-07AE-3140B62D99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8" name="Freeform 61">
              <a:extLst>
                <a:ext uri="{FF2B5EF4-FFF2-40B4-BE49-F238E27FC236}">
                  <a16:creationId xmlns:a16="http://schemas.microsoft.com/office/drawing/2014/main" id="{F8344F6F-7BFF-A0C1-6A5C-7C26859CEFD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9" name="Freeform 78">
              <a:extLst>
                <a:ext uri="{FF2B5EF4-FFF2-40B4-BE49-F238E27FC236}">
                  <a16:creationId xmlns:a16="http://schemas.microsoft.com/office/drawing/2014/main" id="{B351AD35-F328-430C-AC8C-9C2FCC751B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0" name="Freeform 84">
              <a:extLst>
                <a:ext uri="{FF2B5EF4-FFF2-40B4-BE49-F238E27FC236}">
                  <a16:creationId xmlns:a16="http://schemas.microsoft.com/office/drawing/2014/main" id="{26C9E2DF-5528-DC17-0E3E-5CAB023139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1" name="Freeform 87">
              <a:extLst>
                <a:ext uri="{FF2B5EF4-FFF2-40B4-BE49-F238E27FC236}">
                  <a16:creationId xmlns:a16="http://schemas.microsoft.com/office/drawing/2014/main" id="{C6D0E3D9-FDBB-F24B-58B3-5D64BA3AD9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2" name="Freeform 60">
              <a:extLst>
                <a:ext uri="{FF2B5EF4-FFF2-40B4-BE49-F238E27FC236}">
                  <a16:creationId xmlns:a16="http://schemas.microsoft.com/office/drawing/2014/main" id="{7CEB91EF-B50A-86E9-6E90-5306CC452C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3" name="Freeform 59">
              <a:extLst>
                <a:ext uri="{FF2B5EF4-FFF2-40B4-BE49-F238E27FC236}">
                  <a16:creationId xmlns:a16="http://schemas.microsoft.com/office/drawing/2014/main" id="{9F658E30-2295-292A-732D-35D6A2A3AB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4" name="Freeform 62">
              <a:extLst>
                <a:ext uri="{FF2B5EF4-FFF2-40B4-BE49-F238E27FC236}">
                  <a16:creationId xmlns:a16="http://schemas.microsoft.com/office/drawing/2014/main" id="{46653527-5E94-B1BE-2530-38683A6E58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5" name="Freeform 65">
              <a:extLst>
                <a:ext uri="{FF2B5EF4-FFF2-40B4-BE49-F238E27FC236}">
                  <a16:creationId xmlns:a16="http://schemas.microsoft.com/office/drawing/2014/main" id="{746ECD9D-C4C1-ABBF-B385-62CE709171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6" name="Freeform 79">
              <a:extLst>
                <a:ext uri="{FF2B5EF4-FFF2-40B4-BE49-F238E27FC236}">
                  <a16:creationId xmlns:a16="http://schemas.microsoft.com/office/drawing/2014/main" id="{F12FD0B4-D775-8778-B4AB-2812881251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82">
              <a:extLst>
                <a:ext uri="{FF2B5EF4-FFF2-40B4-BE49-F238E27FC236}">
                  <a16:creationId xmlns:a16="http://schemas.microsoft.com/office/drawing/2014/main" id="{9060E759-708B-81DA-7D61-A5E4FD15AF2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Freeform 85">
              <a:extLst>
                <a:ext uri="{FF2B5EF4-FFF2-40B4-BE49-F238E27FC236}">
                  <a16:creationId xmlns:a16="http://schemas.microsoft.com/office/drawing/2014/main" id="{C1BC18FF-D435-8372-8D36-F0A2E2FF12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9" name="Freeform 88">
              <a:extLst>
                <a:ext uri="{FF2B5EF4-FFF2-40B4-BE49-F238E27FC236}">
                  <a16:creationId xmlns:a16="http://schemas.microsoft.com/office/drawing/2014/main" id="{D7BE903D-C298-1952-7991-8E31C2AF26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90" name="Group 89">
              <a:extLst>
                <a:ext uri="{FF2B5EF4-FFF2-40B4-BE49-F238E27FC236}">
                  <a16:creationId xmlns:a16="http://schemas.microsoft.com/office/drawing/2014/main" id="{B607DCA6-6024-D362-9330-8AFFBBB8A73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91" name="Line 63">
                <a:extLst>
                  <a:ext uri="{FF2B5EF4-FFF2-40B4-BE49-F238E27FC236}">
                    <a16:creationId xmlns:a16="http://schemas.microsoft.com/office/drawing/2014/main" id="{3B80B578-9153-AA37-CCF4-1C530CE74F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2" name="Line 66">
                <a:extLst>
                  <a:ext uri="{FF2B5EF4-FFF2-40B4-BE49-F238E27FC236}">
                    <a16:creationId xmlns:a16="http://schemas.microsoft.com/office/drawing/2014/main" id="{70FF2BF6-5E2B-13B9-B292-51297D0F07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3" name="Line 67">
                <a:extLst>
                  <a:ext uri="{FF2B5EF4-FFF2-40B4-BE49-F238E27FC236}">
                    <a16:creationId xmlns:a16="http://schemas.microsoft.com/office/drawing/2014/main" id="{10EEC0DE-2FA0-2991-F09B-FDB7F90BCF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4" name="Line 80">
                <a:extLst>
                  <a:ext uri="{FF2B5EF4-FFF2-40B4-BE49-F238E27FC236}">
                    <a16:creationId xmlns:a16="http://schemas.microsoft.com/office/drawing/2014/main" id="{FD5727E7-2D7B-1745-2AFE-EE92B123D0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5" name="Line 83">
                <a:extLst>
                  <a:ext uri="{FF2B5EF4-FFF2-40B4-BE49-F238E27FC236}">
                    <a16:creationId xmlns:a16="http://schemas.microsoft.com/office/drawing/2014/main" id="{7E599577-4F0E-E46B-8F38-5DE84B9EB3E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6" name="Line 86">
                <a:extLst>
                  <a:ext uri="{FF2B5EF4-FFF2-40B4-BE49-F238E27FC236}">
                    <a16:creationId xmlns:a16="http://schemas.microsoft.com/office/drawing/2014/main" id="{EBC3501F-ACA9-9716-54B2-308F761A35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7" name="Line 89">
                <a:extLst>
                  <a:ext uri="{FF2B5EF4-FFF2-40B4-BE49-F238E27FC236}">
                    <a16:creationId xmlns:a16="http://schemas.microsoft.com/office/drawing/2014/main" id="{8F837063-D92B-EA3A-1299-475B6632C0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8" name="Group 97">
            <a:extLst>
              <a:ext uri="{FF2B5EF4-FFF2-40B4-BE49-F238E27FC236}">
                <a16:creationId xmlns:a16="http://schemas.microsoft.com/office/drawing/2014/main" id="{D1A340BC-A6D3-539D-CB1E-965CF9C5DE93}"/>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9" name="Freeform 64">
              <a:extLst>
                <a:ext uri="{FF2B5EF4-FFF2-40B4-BE49-F238E27FC236}">
                  <a16:creationId xmlns:a16="http://schemas.microsoft.com/office/drawing/2014/main" id="{7AC7CD44-8A4B-F8A7-C900-0DD35E0EB8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0" name="Freeform 81">
              <a:extLst>
                <a:ext uri="{FF2B5EF4-FFF2-40B4-BE49-F238E27FC236}">
                  <a16:creationId xmlns:a16="http://schemas.microsoft.com/office/drawing/2014/main" id="{11D7F6C7-DB52-EF70-52AC-898829F0AB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1" name="Freeform 61">
              <a:extLst>
                <a:ext uri="{FF2B5EF4-FFF2-40B4-BE49-F238E27FC236}">
                  <a16:creationId xmlns:a16="http://schemas.microsoft.com/office/drawing/2014/main" id="{198FB818-8D72-83A8-92A1-DBF9598518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2" name="Freeform 78">
              <a:extLst>
                <a:ext uri="{FF2B5EF4-FFF2-40B4-BE49-F238E27FC236}">
                  <a16:creationId xmlns:a16="http://schemas.microsoft.com/office/drawing/2014/main" id="{3D0C3C81-7CE0-2D78-D02F-F9DCF05011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3" name="Freeform 84">
              <a:extLst>
                <a:ext uri="{FF2B5EF4-FFF2-40B4-BE49-F238E27FC236}">
                  <a16:creationId xmlns:a16="http://schemas.microsoft.com/office/drawing/2014/main" id="{0C7ED120-F30B-14AB-5B2F-B022C8668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4" name="Freeform 87">
              <a:extLst>
                <a:ext uri="{FF2B5EF4-FFF2-40B4-BE49-F238E27FC236}">
                  <a16:creationId xmlns:a16="http://schemas.microsoft.com/office/drawing/2014/main" id="{60788874-2352-19A7-D664-0106854D90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5" name="Freeform 60">
              <a:extLst>
                <a:ext uri="{FF2B5EF4-FFF2-40B4-BE49-F238E27FC236}">
                  <a16:creationId xmlns:a16="http://schemas.microsoft.com/office/drawing/2014/main" id="{88B03378-17C4-9F0A-14DE-B0D14C3A5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6" name="Freeform 59">
              <a:extLst>
                <a:ext uri="{FF2B5EF4-FFF2-40B4-BE49-F238E27FC236}">
                  <a16:creationId xmlns:a16="http://schemas.microsoft.com/office/drawing/2014/main" id="{AF0D137B-1827-9F4C-03BB-6D7F26FF517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7" name="Freeform 62">
              <a:extLst>
                <a:ext uri="{FF2B5EF4-FFF2-40B4-BE49-F238E27FC236}">
                  <a16:creationId xmlns:a16="http://schemas.microsoft.com/office/drawing/2014/main" id="{F0D58801-920F-64E9-DD6A-9E41DB9CE16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8" name="Freeform 65">
              <a:extLst>
                <a:ext uri="{FF2B5EF4-FFF2-40B4-BE49-F238E27FC236}">
                  <a16:creationId xmlns:a16="http://schemas.microsoft.com/office/drawing/2014/main" id="{1196BF7F-0B7D-24CC-1BF8-28DE94B282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9" name="Freeform 79">
              <a:extLst>
                <a:ext uri="{FF2B5EF4-FFF2-40B4-BE49-F238E27FC236}">
                  <a16:creationId xmlns:a16="http://schemas.microsoft.com/office/drawing/2014/main" id="{0055D8F4-D194-4E40-FA91-94F7A1AEC8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0" name="Freeform 82">
              <a:extLst>
                <a:ext uri="{FF2B5EF4-FFF2-40B4-BE49-F238E27FC236}">
                  <a16:creationId xmlns:a16="http://schemas.microsoft.com/office/drawing/2014/main" id="{CBF5427B-8B0F-8276-A243-4B27DA41C3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1" name="Freeform 85">
              <a:extLst>
                <a:ext uri="{FF2B5EF4-FFF2-40B4-BE49-F238E27FC236}">
                  <a16:creationId xmlns:a16="http://schemas.microsoft.com/office/drawing/2014/main" id="{200EE055-2A12-AA92-46E4-2FA8D7BA3C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2" name="Freeform 88">
              <a:extLst>
                <a:ext uri="{FF2B5EF4-FFF2-40B4-BE49-F238E27FC236}">
                  <a16:creationId xmlns:a16="http://schemas.microsoft.com/office/drawing/2014/main" id="{3C38B1EC-E4D2-BF06-976B-C14979A121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13" name="Group 112">
              <a:extLst>
                <a:ext uri="{FF2B5EF4-FFF2-40B4-BE49-F238E27FC236}">
                  <a16:creationId xmlns:a16="http://schemas.microsoft.com/office/drawing/2014/main" id="{5BCF6A29-31B0-2441-356B-86247D86DC1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14" name="Line 63">
                <a:extLst>
                  <a:ext uri="{FF2B5EF4-FFF2-40B4-BE49-F238E27FC236}">
                    <a16:creationId xmlns:a16="http://schemas.microsoft.com/office/drawing/2014/main" id="{6EB6905C-ACF6-9AF1-664F-5C0FED8A66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5" name="Line 66">
                <a:extLst>
                  <a:ext uri="{FF2B5EF4-FFF2-40B4-BE49-F238E27FC236}">
                    <a16:creationId xmlns:a16="http://schemas.microsoft.com/office/drawing/2014/main" id="{0E262CE0-BAF1-8146-35BB-AC059F7292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6" name="Line 67">
                <a:extLst>
                  <a:ext uri="{FF2B5EF4-FFF2-40B4-BE49-F238E27FC236}">
                    <a16:creationId xmlns:a16="http://schemas.microsoft.com/office/drawing/2014/main" id="{191EBC3F-760E-86C1-8B21-A117912C6C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7" name="Line 80">
                <a:extLst>
                  <a:ext uri="{FF2B5EF4-FFF2-40B4-BE49-F238E27FC236}">
                    <a16:creationId xmlns:a16="http://schemas.microsoft.com/office/drawing/2014/main" id="{53EAD6B4-1599-2782-D593-2D6148973A1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8" name="Line 83">
                <a:extLst>
                  <a:ext uri="{FF2B5EF4-FFF2-40B4-BE49-F238E27FC236}">
                    <a16:creationId xmlns:a16="http://schemas.microsoft.com/office/drawing/2014/main" id="{809484DC-53A9-6DF0-B3E7-61C4BBC6D2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9" name="Line 86">
                <a:extLst>
                  <a:ext uri="{FF2B5EF4-FFF2-40B4-BE49-F238E27FC236}">
                    <a16:creationId xmlns:a16="http://schemas.microsoft.com/office/drawing/2014/main" id="{631B2D90-841F-130E-48D8-D77FD39A80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0" name="Line 89">
                <a:extLst>
                  <a:ext uri="{FF2B5EF4-FFF2-40B4-BE49-F238E27FC236}">
                    <a16:creationId xmlns:a16="http://schemas.microsoft.com/office/drawing/2014/main" id="{54CE9CB3-DC61-CF9B-41AF-A855A9A7FE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5" name="Date Placeholder 3">
            <a:extLst>
              <a:ext uri="{FF2B5EF4-FFF2-40B4-BE49-F238E27FC236}">
                <a16:creationId xmlns:a16="http://schemas.microsoft.com/office/drawing/2014/main" id="{51B2F52A-503B-3D02-DD9B-CD13E1192ED9}"/>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6" name="Footer Placeholder 6">
            <a:extLst>
              <a:ext uri="{FF2B5EF4-FFF2-40B4-BE49-F238E27FC236}">
                <a16:creationId xmlns:a16="http://schemas.microsoft.com/office/drawing/2014/main" id="{EA1EAF5E-FFB3-BD50-2D80-15B1A519FC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7" name="Slide Number Placeholder 5">
            <a:extLst>
              <a:ext uri="{FF2B5EF4-FFF2-40B4-BE49-F238E27FC236}">
                <a16:creationId xmlns:a16="http://schemas.microsoft.com/office/drawing/2014/main" id="{686D9679-CDB7-1A17-8236-8B08D90E83F3}"/>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9106116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Table">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08188DE9-5A5D-940E-A9B9-5CFB3A7C1A19}"/>
              </a:ext>
            </a:extLst>
          </p:cNvPr>
          <p:cNvSpPr>
            <a:spLocks noGrp="1"/>
          </p:cNvSpPr>
          <p:nvPr>
            <p:ph type="title" hasCustomPrompt="1"/>
          </p:nvPr>
        </p:nvSpPr>
        <p:spPr>
          <a:xfrm>
            <a:off x="568164" y="400049"/>
            <a:ext cx="11047042" cy="1185045"/>
          </a:xfrm>
        </p:spPr>
        <p:txBody>
          <a:bodyPr lIns="0">
            <a:normAutofit/>
          </a:bodyPr>
          <a:lstStyle>
            <a:lvl1pPr>
              <a:defRPr sz="3600"/>
            </a:lvl1pPr>
          </a:lstStyle>
          <a:p>
            <a:r>
              <a:rPr lang="en-US" dirty="0"/>
              <a:t>Click to add title</a:t>
            </a:r>
          </a:p>
        </p:txBody>
      </p:sp>
      <p:sp>
        <p:nvSpPr>
          <p:cNvPr id="5" name="Content Placeholder 2">
            <a:extLst>
              <a:ext uri="{FF2B5EF4-FFF2-40B4-BE49-F238E27FC236}">
                <a16:creationId xmlns:a16="http://schemas.microsoft.com/office/drawing/2014/main" id="{A134A48A-4B33-4D5B-B419-07841EB58903}"/>
              </a:ext>
            </a:extLst>
          </p:cNvPr>
          <p:cNvSpPr>
            <a:spLocks noGrp="1"/>
          </p:cNvSpPr>
          <p:nvPr>
            <p:ph idx="10" hasCustomPrompt="1"/>
          </p:nvPr>
        </p:nvSpPr>
        <p:spPr>
          <a:xfrm>
            <a:off x="568164" y="1997132"/>
            <a:ext cx="4105436" cy="4232218"/>
          </a:xfrm>
        </p:spPr>
        <p:txBody>
          <a:bodyPr lIns="0">
            <a:normAutofit/>
          </a:bodyPr>
          <a:lstStyle>
            <a:lvl1pPr marL="0" indent="0">
              <a:lnSpc>
                <a:spcPct val="130000"/>
              </a:lnSpc>
              <a:buNone/>
              <a:defRPr sz="1800"/>
            </a:lvl1pPr>
            <a:lvl2pPr marL="360000" indent="0">
              <a:lnSpc>
                <a:spcPct val="130000"/>
              </a:lnSpc>
              <a:buNone/>
              <a:defRPr sz="1800"/>
            </a:lvl2pPr>
            <a:lvl3pPr marL="720000" indent="0">
              <a:lnSpc>
                <a:spcPct val="130000"/>
              </a:lnSpc>
              <a:buNone/>
              <a:defRPr sz="1800"/>
            </a:lvl3pPr>
            <a:lvl4pPr marL="1080000" indent="0">
              <a:lnSpc>
                <a:spcPct val="130000"/>
              </a:lnSpc>
              <a:buNone/>
              <a:defRPr sz="1800"/>
            </a:lvl4pPr>
            <a:lvl5pPr marL="1440000" indent="0">
              <a:lnSpc>
                <a:spcPct val="130000"/>
              </a:lnSpc>
              <a:buNone/>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D84167E6-4D04-7A2D-23CD-96BBAF8BB091}"/>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Date Placeholder 3">
            <a:extLst>
              <a:ext uri="{FF2B5EF4-FFF2-40B4-BE49-F238E27FC236}">
                <a16:creationId xmlns:a16="http://schemas.microsoft.com/office/drawing/2014/main" id="{BC648438-1E2A-193E-BB18-7CBA2B4929F7}"/>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704BF0ED-9E99-363F-C319-90444F339F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A5F4DA9D-3116-000E-0A7B-D7B93F32481B}"/>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
        <p:nvSpPr>
          <p:cNvPr id="10" name="Table Placeholder 9">
            <a:extLst>
              <a:ext uri="{FF2B5EF4-FFF2-40B4-BE49-F238E27FC236}">
                <a16:creationId xmlns:a16="http://schemas.microsoft.com/office/drawing/2014/main" id="{98CFB27C-609E-49B0-CA37-A6CCB5E9DC5C}"/>
              </a:ext>
            </a:extLst>
          </p:cNvPr>
          <p:cNvSpPr>
            <a:spLocks noGrp="1"/>
          </p:cNvSpPr>
          <p:nvPr>
            <p:ph type="tbl" sz="quarter" idx="11" hasCustomPrompt="1"/>
          </p:nvPr>
        </p:nvSpPr>
        <p:spPr>
          <a:xfrm>
            <a:off x="4833938" y="1997075"/>
            <a:ext cx="6781268" cy="4232218"/>
          </a:xfrm>
        </p:spPr>
        <p:txBody>
          <a:bodyPr/>
          <a:lstStyle>
            <a:lvl1pPr>
              <a:defRPr/>
            </a:lvl1pPr>
          </a:lstStyle>
          <a:p>
            <a:r>
              <a:rPr lang="en-US" dirty="0"/>
              <a:t>Click to add table</a:t>
            </a:r>
          </a:p>
        </p:txBody>
      </p:sp>
    </p:spTree>
    <p:extLst>
      <p:ext uri="{BB962C8B-B14F-4D97-AF65-F5344CB8AC3E}">
        <p14:creationId xmlns:p14="http://schemas.microsoft.com/office/powerpoint/2010/main" val="38267402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7630301" y="533292"/>
            <a:ext cx="4132469" cy="2213542"/>
          </a:xfrm>
        </p:spPr>
        <p:txBody>
          <a:bodyPr>
            <a:noAutofit/>
          </a:bodyPr>
          <a:lstStyle>
            <a:lvl1pPr algn="ctr">
              <a:defRPr sz="3600"/>
            </a:lvl1pPr>
          </a:lstStyle>
          <a:p>
            <a:r>
              <a:rPr lang="en-US" dirty="0"/>
              <a:t>Click to add title</a:t>
            </a:r>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98061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oup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97" name="Group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5" name="Group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oup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87" name="Group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47" name="Group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oup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Straight Connector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6" name="Group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48" name="Group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oup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9" name="Group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50" name="Group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oup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52" name="Group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Straight Connector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nvGrpSpPr>
            <p:cNvPr id="96" name="Group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oup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38" name="Group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8" name="Group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oup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Straight Connector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7" name="Group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99" name="Group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oup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0" name="Group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1" name="Group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oup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03" name="Group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Straight Connector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sp>
        <p:nvSpPr>
          <p:cNvPr id="4" name="Content Placeholder 3">
            <a:extLst>
              <a:ext uri="{FF2B5EF4-FFF2-40B4-BE49-F238E27FC236}">
                <a16:creationId xmlns:a16="http://schemas.microsoft.com/office/drawing/2014/main" id="{8F8E5FA1-697B-6FB5-4F63-346DF5F17039}"/>
              </a:ext>
            </a:extLst>
          </p:cNvPr>
          <p:cNvSpPr>
            <a:spLocks noGrp="1"/>
          </p:cNvSpPr>
          <p:nvPr>
            <p:ph sz="quarter" idx="15" hasCustomPrompt="1"/>
          </p:nvPr>
        </p:nvSpPr>
        <p:spPr>
          <a:xfrm>
            <a:off x="7630067" y="3219450"/>
            <a:ext cx="4128934" cy="3092780"/>
          </a:xfrm>
        </p:spPr>
        <p:txBody>
          <a:bodyPr/>
          <a:lstStyle>
            <a:lvl1pPr marL="0" indent="0" algn="ctr">
              <a:buNone/>
              <a:defRPr lang="en-US" sz="2000" kern="1200" spc="50" dirty="0" smtClean="0">
                <a:solidFill>
                  <a:schemeClr val="tx1">
                    <a:alpha val="60000"/>
                  </a:schemeClr>
                </a:solidFill>
                <a:latin typeface="+mn-lt"/>
                <a:ea typeface="+mn-ea"/>
                <a:cs typeface="Calibri"/>
              </a:defRPr>
            </a:lvl1pPr>
            <a:lvl2pPr marL="360000" indent="0">
              <a:buNone/>
              <a:defRPr lang="en-US" sz="2000" kern="1200" spc="50" dirty="0" smtClean="0">
                <a:solidFill>
                  <a:schemeClr val="tx1">
                    <a:alpha val="60000"/>
                  </a:schemeClr>
                </a:solidFill>
                <a:latin typeface="+mn-lt"/>
                <a:ea typeface="+mn-ea"/>
                <a:cs typeface="Calibri"/>
              </a:defRPr>
            </a:lvl2pPr>
            <a:lvl3pPr marL="720000" indent="0">
              <a:buNone/>
              <a:defRPr lang="en-US" sz="2000" kern="1200" spc="50" dirty="0" smtClean="0">
                <a:solidFill>
                  <a:schemeClr val="tx1">
                    <a:alpha val="60000"/>
                  </a:schemeClr>
                </a:solidFill>
                <a:latin typeface="+mn-lt"/>
                <a:ea typeface="+mn-ea"/>
                <a:cs typeface="Calibri"/>
              </a:defRPr>
            </a:lvl3pPr>
            <a:lvl4pPr marL="1080000" indent="0">
              <a:buNone/>
              <a:defRPr lang="en-US" sz="2000" kern="1200" spc="50" dirty="0" smtClean="0">
                <a:solidFill>
                  <a:schemeClr val="tx1">
                    <a:alpha val="60000"/>
                  </a:schemeClr>
                </a:solidFill>
                <a:latin typeface="+mn-lt"/>
                <a:ea typeface="+mn-ea"/>
                <a:cs typeface="Calibri"/>
              </a:defRPr>
            </a:lvl4pPr>
            <a:lvl5pPr marL="1440000" indent="0">
              <a:buNone/>
              <a:defRPr lang="en-US" sz="2000" kern="1200" spc="50" dirty="0">
                <a:solidFill>
                  <a:schemeClr val="tx1">
                    <a:alpha val="60000"/>
                  </a:schemeClr>
                </a:solidFill>
                <a:latin typeface="+mn-lt"/>
                <a:ea typeface="+mn-ea"/>
                <a:cs typeface="Calibri"/>
              </a:defRPr>
            </a:lvl5pPr>
          </a:lstStyle>
          <a:p>
            <a:pPr lvl="0"/>
            <a:r>
              <a:rPr lang="en-US" dirty="0"/>
              <a:t>Click to add text</a:t>
            </a:r>
          </a:p>
        </p:txBody>
      </p:sp>
    </p:spTree>
    <p:extLst>
      <p:ext uri="{BB962C8B-B14F-4D97-AF65-F5344CB8AC3E}">
        <p14:creationId xmlns:p14="http://schemas.microsoft.com/office/powerpoint/2010/main" val="11894668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298564"/>
            <a:ext cx="4650901" cy="6260873"/>
          </a:xfrm>
        </p:spPr>
        <p:txBody>
          <a:bodyPr anchor="ctr">
            <a:noAutofit/>
          </a:bodyPr>
          <a:lstStyle>
            <a:lvl1pPr algn="ctr">
              <a:defRPr sz="6000"/>
            </a:lvl1pPr>
          </a:lstStyle>
          <a:p>
            <a:r>
              <a:rPr lang="en-US" dirty="0"/>
              <a:t>Click to add title</a:t>
            </a:r>
          </a:p>
        </p:txBody>
      </p:sp>
      <p:grpSp>
        <p:nvGrpSpPr>
          <p:cNvPr id="6" name="Group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422912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r>
              <a:rPr lang="en-US"/>
              <a:t>20XX</a:t>
            </a:r>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8199903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9" r:id="rId12"/>
    <p:sldLayoutId id="2147483710" r:id="rId13"/>
    <p:sldLayoutId id="2147483711" r:id="rId14"/>
    <p:sldLayoutId id="2147483712" r:id="rId15"/>
    <p:sldLayoutId id="2147483714" r:id="rId16"/>
    <p:sldLayoutId id="2147483717" r:id="rId17"/>
    <p:sldLayoutId id="2147483672" r:id="rId18"/>
  </p:sldLayoutIdLst>
  <p:hf sldNum="0" hdr="0" ftr="0" dt="0"/>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2" orient="horz" pos="2160">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2" pos="3840">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2C602EC3-0115-4FB6-BAA7-BCA17E611651}"/>
              </a:ext>
            </a:extLst>
          </p:cNvPr>
          <p:cNvSpPr>
            <a:spLocks noGrp="1"/>
          </p:cNvSpPr>
          <p:nvPr>
            <p:ph sz="quarter" idx="10"/>
          </p:nvPr>
        </p:nvSpPr>
        <p:spPr>
          <a:xfrm>
            <a:off x="2656926" y="4905301"/>
            <a:ext cx="6878148" cy="2012000"/>
          </a:xfrm>
          <a:noFill/>
          <a:effectLst>
            <a:innerShdw blurRad="114300">
              <a:prstClr val="black"/>
            </a:innerShdw>
          </a:effectLst>
        </p:spPr>
        <p:txBody>
          <a:bodyPr>
            <a:normAutofit/>
          </a:bodyPr>
          <a:lstStyle/>
          <a:p>
            <a:pPr eaLnBrk="0" fontAlgn="base" hangingPunct="0">
              <a:lnSpc>
                <a:spcPct val="100000"/>
              </a:lnSpc>
              <a:spcBef>
                <a:spcPct val="0"/>
              </a:spcBef>
              <a:spcAft>
                <a:spcPct val="0"/>
              </a:spcAft>
            </a:pPr>
            <a:r>
              <a:rPr lang="en-IL" altLang="en-IL" sz="4800" b="1" i="1" cap="none" spc="0" dirty="0">
                <a:solidFill>
                  <a:schemeClr val="tx1"/>
                </a:solidFill>
                <a:latin typeface="+mj-lt"/>
                <a:ea typeface="+mj-ea"/>
                <a:cs typeface="+mj-cs"/>
              </a:rPr>
              <a:t>"</a:t>
            </a:r>
            <a:r>
              <a:rPr lang="en-US" sz="4800" b="1" i="1" cap="none" spc="0" dirty="0">
                <a:solidFill>
                  <a:schemeClr val="tx1"/>
                </a:solidFill>
                <a:latin typeface="+mj-lt"/>
                <a:ea typeface="+mj-ea"/>
                <a:cs typeface="+mj-cs"/>
              </a:rPr>
              <a:t>Where Every Thread Tells Your Story</a:t>
            </a:r>
            <a:r>
              <a:rPr lang="en-IL" altLang="en-IL" sz="4800" b="1" i="1" cap="none" spc="0" dirty="0">
                <a:solidFill>
                  <a:schemeClr val="tx1"/>
                </a:solidFill>
                <a:latin typeface="+mj-lt"/>
                <a:ea typeface="+mj-ea"/>
                <a:cs typeface="+mj-cs"/>
              </a:rPr>
              <a:t>"</a:t>
            </a:r>
            <a:endParaRPr lang="en-US" sz="4800" b="1" i="1" cap="none" spc="0" dirty="0">
              <a:solidFill>
                <a:schemeClr val="tx1"/>
              </a:solidFill>
              <a:latin typeface="+mj-lt"/>
              <a:ea typeface="+mj-ea"/>
              <a:cs typeface="+mj-cs"/>
            </a:endParaRPr>
          </a:p>
        </p:txBody>
      </p:sp>
      <p:pic>
        <p:nvPicPr>
          <p:cNvPr id="4" name="Picture 3" descr="A logo with gold text&#10;&#10;Description automatically generated">
            <a:extLst>
              <a:ext uri="{FF2B5EF4-FFF2-40B4-BE49-F238E27FC236}">
                <a16:creationId xmlns:a16="http://schemas.microsoft.com/office/drawing/2014/main" id="{259890A4-1AB4-BBA0-C032-7D8B6CFC9FE3}"/>
              </a:ext>
            </a:extLst>
          </p:cNvPr>
          <p:cNvPicPr>
            <a:picLocks noChangeAspect="1"/>
          </p:cNvPicPr>
          <p:nvPr/>
        </p:nvPicPr>
        <p:blipFill>
          <a:blip r:embed="rId3" cstate="email">
            <a:alphaModFix/>
            <a:extLst>
              <a:ext uri="{BEBA8EAE-BF5A-486C-A8C5-ECC9F3942E4B}">
                <a14:imgProps xmlns:a14="http://schemas.microsoft.com/office/drawing/2010/main">
                  <a14:imgLayer r:embed="rId4">
                    <a14:imgEffect>
                      <a14:colorTemperature colorTemp="11200"/>
                    </a14:imgEffect>
                    <a14:imgEffect>
                      <a14:saturation sat="0"/>
                    </a14:imgEffect>
                  </a14:imgLayer>
                </a14:imgProps>
              </a:ext>
              <a:ext uri="{28A0092B-C50C-407E-A947-70E740481C1C}">
                <a14:useLocalDpi xmlns:a14="http://schemas.microsoft.com/office/drawing/2010/main"/>
              </a:ext>
            </a:extLst>
          </a:blip>
          <a:stretch>
            <a:fillRect/>
          </a:stretch>
        </p:blipFill>
        <p:spPr>
          <a:xfrm>
            <a:off x="4337375" y="1645920"/>
            <a:ext cx="3517249" cy="314960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2359185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ircle(in)">
                                      <p:cBhvr>
                                        <p:cTn id="7" dur="500"/>
                                        <p:tgtEl>
                                          <p:spTgt spid="8">
                                            <p:txEl>
                                              <p:pRg st="0" end="0"/>
                                            </p:txEl>
                                          </p:spTgt>
                                        </p:tgtEl>
                                      </p:cBhvr>
                                    </p:animEffect>
                                  </p:childTnLst>
                                </p:cTn>
                              </p:par>
                              <p:par>
                                <p:cTn id="8" presetID="53"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ppt_w</p:attrName>
                                        </p:attrNameLst>
                                      </p:cBhvr>
                                      <p:tavLst>
                                        <p:tav tm="0">
                                          <p:val>
                                            <p:fltVal val="0"/>
                                          </p:val>
                                        </p:tav>
                                        <p:tav tm="100000">
                                          <p:val>
                                            <p:strVal val="#ppt_w"/>
                                          </p:val>
                                        </p:tav>
                                      </p:tavLst>
                                    </p:anim>
                                    <p:anim calcmode="lin" valueType="num">
                                      <p:cBhvr>
                                        <p:cTn id="11" dur="500" fill="hold"/>
                                        <p:tgtEl>
                                          <p:spTgt spid="4"/>
                                        </p:tgtEl>
                                        <p:attrNameLst>
                                          <p:attrName>ppt_h</p:attrName>
                                        </p:attrNameLst>
                                      </p:cBhvr>
                                      <p:tavLst>
                                        <p:tav tm="0">
                                          <p:val>
                                            <p:fltVal val="0"/>
                                          </p:val>
                                        </p:tav>
                                        <p:tav tm="100000">
                                          <p:val>
                                            <p:strVal val="#ppt_h"/>
                                          </p:val>
                                        </p:tav>
                                      </p:tavLst>
                                    </p:anim>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 name="Picture Placeholder 17">
            <a:extLst>
              <a:ext uri="{FF2B5EF4-FFF2-40B4-BE49-F238E27FC236}">
                <a16:creationId xmlns:a16="http://schemas.microsoft.com/office/drawing/2014/main" id="{A7AA8F8B-316F-0D40-2894-2A6F18AE6FF3}"/>
              </a:ext>
            </a:extLst>
          </p:cNvPr>
          <p:cNvPicPr>
            <a:picLocks noChangeAspect="1"/>
          </p:cNvPicPr>
          <p:nvPr/>
        </p:nvPicPr>
        <p:blipFill>
          <a:blip r:embed="rId2">
            <a:extLst>
              <a:ext uri="{BEBA8EAE-BF5A-486C-A8C5-ECC9F3942E4B}">
                <a14:imgProps xmlns:a14="http://schemas.microsoft.com/office/drawing/2010/main">
                  <a14:imgLayer r:embed="rId3">
                    <a14:imgEffect>
                      <a14:saturation sat="300000"/>
                    </a14:imgEffect>
                  </a14:imgLayer>
                </a14:imgProps>
              </a:ext>
            </a:extLst>
          </a:blip>
          <a:srcRect t="12517" b="12517"/>
          <a:stretch/>
        </p:blipFill>
        <p:spPr>
          <a:xfrm>
            <a:off x="0" y="757680"/>
            <a:ext cx="5166360" cy="5342640"/>
          </a:xfrm>
          <a:custGeom>
            <a:avLst/>
            <a:gdLst/>
            <a:ahLst/>
            <a:cxnLst/>
            <a:rect l="l" t="t" r="r" b="b"/>
            <a:pathLst>
              <a:path w="5778000" h="5778000">
                <a:moveTo>
                  <a:pt x="2889000" y="0"/>
                </a:moveTo>
                <a:cubicBezTo>
                  <a:pt x="4484551" y="0"/>
                  <a:pt x="5778000" y="1293449"/>
                  <a:pt x="5778000" y="2889000"/>
                </a:cubicBezTo>
                <a:cubicBezTo>
                  <a:pt x="5778000" y="4484551"/>
                  <a:pt x="4484551" y="5778000"/>
                  <a:pt x="2889000" y="5778000"/>
                </a:cubicBezTo>
                <a:cubicBezTo>
                  <a:pt x="1293449" y="5778000"/>
                  <a:pt x="0" y="4484551"/>
                  <a:pt x="0" y="2889000"/>
                </a:cubicBezTo>
                <a:cubicBezTo>
                  <a:pt x="0" y="1293449"/>
                  <a:pt x="1293449" y="0"/>
                  <a:pt x="2889000" y="0"/>
                </a:cubicBezTo>
                <a:close/>
              </a:path>
            </a:pathLst>
          </a:custGeom>
        </p:spPr>
      </p:pic>
      <p:sp>
        <p:nvSpPr>
          <p:cNvPr id="4" name="TextBox 3">
            <a:extLst>
              <a:ext uri="{FF2B5EF4-FFF2-40B4-BE49-F238E27FC236}">
                <a16:creationId xmlns:a16="http://schemas.microsoft.com/office/drawing/2014/main" id="{4950C73C-3DC9-18A5-4F12-400245D03126}"/>
              </a:ext>
            </a:extLst>
          </p:cNvPr>
          <p:cNvSpPr txBox="1"/>
          <p:nvPr/>
        </p:nvSpPr>
        <p:spPr>
          <a:xfrm>
            <a:off x="4581832" y="67899"/>
            <a:ext cx="7369806" cy="1077218"/>
          </a:xfrm>
          <a:prstGeom prst="rect">
            <a:avLst/>
          </a:prstGeom>
          <a:noFill/>
        </p:spPr>
        <p:txBody>
          <a:bodyPr wrap="square" rtlCol="0">
            <a:spAutoFit/>
          </a:bodyPr>
          <a:lstStyle/>
          <a:p>
            <a:pPr algn="ctr"/>
            <a:r>
              <a:rPr lang="en-US" sz="2400" spc="300" dirty="0">
                <a:solidFill>
                  <a:schemeClr val="bg1"/>
                </a:solidFill>
              </a:rPr>
              <a:t> </a:t>
            </a:r>
            <a:r>
              <a:rPr lang="en-US" sz="3200" b="1" i="1" dirty="0">
                <a:latin typeface="+mj-lt"/>
                <a:ea typeface="+mj-ea"/>
                <a:cs typeface="+mj-cs"/>
              </a:rPr>
              <a:t>Defining the content and field of activity of the company:</a:t>
            </a:r>
            <a:endParaRPr lang="en-IL" sz="3200" b="1" i="1" dirty="0">
              <a:latin typeface="+mj-lt"/>
              <a:ea typeface="+mj-ea"/>
              <a:cs typeface="+mj-cs"/>
            </a:endParaRPr>
          </a:p>
        </p:txBody>
      </p:sp>
      <p:sp>
        <p:nvSpPr>
          <p:cNvPr id="5" name="TextBox 4">
            <a:extLst>
              <a:ext uri="{FF2B5EF4-FFF2-40B4-BE49-F238E27FC236}">
                <a16:creationId xmlns:a16="http://schemas.microsoft.com/office/drawing/2014/main" id="{F8264984-070A-A04A-416B-7E8539221E16}"/>
              </a:ext>
            </a:extLst>
          </p:cNvPr>
          <p:cNvSpPr txBox="1"/>
          <p:nvPr/>
        </p:nvSpPr>
        <p:spPr>
          <a:xfrm>
            <a:off x="5295804" y="1507045"/>
            <a:ext cx="6526389" cy="4708981"/>
          </a:xfrm>
          <a:prstGeom prst="rect">
            <a:avLst/>
          </a:prstGeom>
          <a:noFill/>
        </p:spPr>
        <p:txBody>
          <a:bodyPr wrap="square" rtlCol="0">
            <a:spAutoFit/>
          </a:bodyPr>
          <a:lstStyle/>
          <a:p>
            <a:r>
              <a:rPr lang="en-US" sz="2000" b="1" i="1" spc="50" dirty="0">
                <a:solidFill>
                  <a:schemeClr val="tx1">
                    <a:alpha val="60000"/>
                  </a:schemeClr>
                </a:solidFill>
              </a:rPr>
              <a:t>Our company prioritizes customer comfort through Comprehensive Customization, DIY Kits, and Ready-to-Wear Options.</a:t>
            </a:r>
          </a:p>
          <a:p>
            <a:r>
              <a:rPr lang="en-US" sz="2000" b="1" i="1" spc="50" dirty="0">
                <a:solidFill>
                  <a:schemeClr val="tx1">
                    <a:alpha val="60000"/>
                  </a:schemeClr>
                </a:solidFill>
              </a:rPr>
              <a:t>Discover a unique DIY fashion store where creating your own outfits is effortless. Browse our extensive catalog, each item listing detailed material options—colors, fabric types, and textures. Enhance your ensemble with recommended shoes, makeup, and accessories that perfectly complement your chosen outfit.</a:t>
            </a:r>
          </a:p>
          <a:p>
            <a:r>
              <a:rPr lang="en-US" sz="2000" b="1" i="1" spc="50" dirty="0">
                <a:solidFill>
                  <a:schemeClr val="tx1">
                    <a:alpha val="60000"/>
                  </a:schemeClr>
                </a:solidFill>
              </a:rPr>
              <a:t>What sets us apart is our commitment to inclusivity in design and decision-making. Customers can personalize their measurements, from waist to bust to hips, ensuring a perfect fit tailored just for you.</a:t>
            </a:r>
          </a:p>
        </p:txBody>
      </p:sp>
    </p:spTree>
    <p:extLst>
      <p:ext uri="{BB962C8B-B14F-4D97-AF65-F5344CB8AC3E}">
        <p14:creationId xmlns:p14="http://schemas.microsoft.com/office/powerpoint/2010/main" val="3066853048"/>
      </p:ext>
    </p:extLst>
  </p:cSld>
  <p:clrMapOvr>
    <a:masterClrMapping/>
  </p:clrMapOvr>
  <mc:AlternateContent xmlns:mc="http://schemas.openxmlformats.org/markup-compatibility/2006" xmlns:p14="http://schemas.microsoft.com/office/powerpoint/2010/main">
    <mc:Choice Requires="p14">
      <p:transition spd="slow" p14:dur="8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290">
                                          <p:stCondLst>
                                            <p:cond delay="0"/>
                                          </p:stCondLst>
                                        </p:cTn>
                                        <p:tgtEl>
                                          <p:spTgt spid="4"/>
                                        </p:tgtEl>
                                      </p:cBhvr>
                                    </p:animEffect>
                                    <p:anim calcmode="lin" valueType="num">
                                      <p:cBhvr>
                                        <p:cTn id="8"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13" dur="13">
                                          <p:stCondLst>
                                            <p:cond delay="325"/>
                                          </p:stCondLst>
                                        </p:cTn>
                                        <p:tgtEl>
                                          <p:spTgt spid="4"/>
                                        </p:tgtEl>
                                      </p:cBhvr>
                                      <p:to x="100000" y="60000"/>
                                    </p:animScale>
                                    <p:animScale>
                                      <p:cBhvr>
                                        <p:cTn id="14" dur="83" decel="50000">
                                          <p:stCondLst>
                                            <p:cond delay="338"/>
                                          </p:stCondLst>
                                        </p:cTn>
                                        <p:tgtEl>
                                          <p:spTgt spid="4"/>
                                        </p:tgtEl>
                                      </p:cBhvr>
                                      <p:to x="100000" y="100000"/>
                                    </p:animScale>
                                    <p:animScale>
                                      <p:cBhvr>
                                        <p:cTn id="15" dur="13">
                                          <p:stCondLst>
                                            <p:cond delay="656"/>
                                          </p:stCondLst>
                                        </p:cTn>
                                        <p:tgtEl>
                                          <p:spTgt spid="4"/>
                                        </p:tgtEl>
                                      </p:cBhvr>
                                      <p:to x="100000" y="80000"/>
                                    </p:animScale>
                                    <p:animScale>
                                      <p:cBhvr>
                                        <p:cTn id="16" dur="83" decel="50000">
                                          <p:stCondLst>
                                            <p:cond delay="669"/>
                                          </p:stCondLst>
                                        </p:cTn>
                                        <p:tgtEl>
                                          <p:spTgt spid="4"/>
                                        </p:tgtEl>
                                      </p:cBhvr>
                                      <p:to x="100000" y="100000"/>
                                    </p:animScale>
                                    <p:animScale>
                                      <p:cBhvr>
                                        <p:cTn id="17" dur="13">
                                          <p:stCondLst>
                                            <p:cond delay="821"/>
                                          </p:stCondLst>
                                        </p:cTn>
                                        <p:tgtEl>
                                          <p:spTgt spid="4"/>
                                        </p:tgtEl>
                                      </p:cBhvr>
                                      <p:to x="100000" y="90000"/>
                                    </p:animScale>
                                    <p:animScale>
                                      <p:cBhvr>
                                        <p:cTn id="18" dur="83" decel="50000">
                                          <p:stCondLst>
                                            <p:cond delay="834"/>
                                          </p:stCondLst>
                                        </p:cTn>
                                        <p:tgtEl>
                                          <p:spTgt spid="4"/>
                                        </p:tgtEl>
                                      </p:cBhvr>
                                      <p:to x="100000" y="100000"/>
                                    </p:animScale>
                                    <p:animScale>
                                      <p:cBhvr>
                                        <p:cTn id="19" dur="13">
                                          <p:stCondLst>
                                            <p:cond delay="904"/>
                                          </p:stCondLst>
                                        </p:cTn>
                                        <p:tgtEl>
                                          <p:spTgt spid="4"/>
                                        </p:tgtEl>
                                      </p:cBhvr>
                                      <p:to x="100000" y="95000"/>
                                    </p:animScale>
                                    <p:animScale>
                                      <p:cBhvr>
                                        <p:cTn id="20" dur="83" decel="50000">
                                          <p:stCondLst>
                                            <p:cond delay="917"/>
                                          </p:stCondLst>
                                        </p:cTn>
                                        <p:tgtEl>
                                          <p:spTgt spid="4"/>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290">
                                          <p:stCondLst>
                                            <p:cond delay="0"/>
                                          </p:stCondLst>
                                        </p:cTn>
                                        <p:tgtEl>
                                          <p:spTgt spid="5"/>
                                        </p:tgtEl>
                                      </p:cBhvr>
                                    </p:animEffect>
                                    <p:anim calcmode="lin" valueType="num">
                                      <p:cBhvr>
                                        <p:cTn id="24"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29" dur="13">
                                          <p:stCondLst>
                                            <p:cond delay="325"/>
                                          </p:stCondLst>
                                        </p:cTn>
                                        <p:tgtEl>
                                          <p:spTgt spid="5"/>
                                        </p:tgtEl>
                                      </p:cBhvr>
                                      <p:to x="100000" y="60000"/>
                                    </p:animScale>
                                    <p:animScale>
                                      <p:cBhvr>
                                        <p:cTn id="30" dur="83" decel="50000">
                                          <p:stCondLst>
                                            <p:cond delay="338"/>
                                          </p:stCondLst>
                                        </p:cTn>
                                        <p:tgtEl>
                                          <p:spTgt spid="5"/>
                                        </p:tgtEl>
                                      </p:cBhvr>
                                      <p:to x="100000" y="100000"/>
                                    </p:animScale>
                                    <p:animScale>
                                      <p:cBhvr>
                                        <p:cTn id="31" dur="13">
                                          <p:stCondLst>
                                            <p:cond delay="656"/>
                                          </p:stCondLst>
                                        </p:cTn>
                                        <p:tgtEl>
                                          <p:spTgt spid="5"/>
                                        </p:tgtEl>
                                      </p:cBhvr>
                                      <p:to x="100000" y="80000"/>
                                    </p:animScale>
                                    <p:animScale>
                                      <p:cBhvr>
                                        <p:cTn id="32" dur="83" decel="50000">
                                          <p:stCondLst>
                                            <p:cond delay="669"/>
                                          </p:stCondLst>
                                        </p:cTn>
                                        <p:tgtEl>
                                          <p:spTgt spid="5"/>
                                        </p:tgtEl>
                                      </p:cBhvr>
                                      <p:to x="100000" y="100000"/>
                                    </p:animScale>
                                    <p:animScale>
                                      <p:cBhvr>
                                        <p:cTn id="33" dur="13">
                                          <p:stCondLst>
                                            <p:cond delay="821"/>
                                          </p:stCondLst>
                                        </p:cTn>
                                        <p:tgtEl>
                                          <p:spTgt spid="5"/>
                                        </p:tgtEl>
                                      </p:cBhvr>
                                      <p:to x="100000" y="90000"/>
                                    </p:animScale>
                                    <p:animScale>
                                      <p:cBhvr>
                                        <p:cTn id="34" dur="83" decel="50000">
                                          <p:stCondLst>
                                            <p:cond delay="834"/>
                                          </p:stCondLst>
                                        </p:cTn>
                                        <p:tgtEl>
                                          <p:spTgt spid="5"/>
                                        </p:tgtEl>
                                      </p:cBhvr>
                                      <p:to x="100000" y="100000"/>
                                    </p:animScale>
                                    <p:animScale>
                                      <p:cBhvr>
                                        <p:cTn id="35" dur="13">
                                          <p:stCondLst>
                                            <p:cond delay="904"/>
                                          </p:stCondLst>
                                        </p:cTn>
                                        <p:tgtEl>
                                          <p:spTgt spid="5"/>
                                        </p:tgtEl>
                                      </p:cBhvr>
                                      <p:to x="100000" y="95000"/>
                                    </p:animScale>
                                    <p:animScale>
                                      <p:cBhvr>
                                        <p:cTn id="36" dur="83" decel="50000">
                                          <p:stCondLst>
                                            <p:cond delay="917"/>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BC2CE0-8806-4B2A-A10A-32984D317434}"/>
              </a:ext>
            </a:extLst>
          </p:cNvPr>
          <p:cNvSpPr>
            <a:spLocks noGrp="1"/>
          </p:cNvSpPr>
          <p:nvPr>
            <p:ph idx="10"/>
          </p:nvPr>
        </p:nvSpPr>
        <p:spPr>
          <a:xfrm>
            <a:off x="419647" y="1398851"/>
            <a:ext cx="6719679" cy="4747138"/>
          </a:xfrm>
        </p:spPr>
        <p:txBody>
          <a:bodyPr anchor="ctr">
            <a:normAutofit/>
          </a:bodyPr>
          <a:lstStyle/>
          <a:p>
            <a:pPr rtl="1">
              <a:lnSpc>
                <a:spcPct val="107000"/>
              </a:lnSpc>
              <a:spcAft>
                <a:spcPts val="800"/>
              </a:spcAft>
            </a:pPr>
            <a:r>
              <a:rPr lang="en-US" sz="2400" b="1" i="1" dirty="0"/>
              <a:t>We use B2C model, we offer monthly subscriptions for complete access to our products, support, and personalized info. We also make money from direct product sales, site promotions, and future premium features.</a:t>
            </a:r>
            <a:endParaRPr lang="en-IL" sz="2400" b="1" i="1" dirty="0"/>
          </a:p>
        </p:txBody>
      </p:sp>
      <p:sp>
        <p:nvSpPr>
          <p:cNvPr id="4" name="TextBox 3">
            <a:extLst>
              <a:ext uri="{FF2B5EF4-FFF2-40B4-BE49-F238E27FC236}">
                <a16:creationId xmlns:a16="http://schemas.microsoft.com/office/drawing/2014/main" id="{C1DDD8F5-D718-A169-AF84-ADFF8525E608}"/>
              </a:ext>
            </a:extLst>
          </p:cNvPr>
          <p:cNvSpPr txBox="1"/>
          <p:nvPr/>
        </p:nvSpPr>
        <p:spPr>
          <a:xfrm>
            <a:off x="-122280" y="937132"/>
            <a:ext cx="6614160" cy="861774"/>
          </a:xfrm>
          <a:prstGeom prst="rect">
            <a:avLst/>
          </a:prstGeom>
          <a:noFill/>
        </p:spPr>
        <p:txBody>
          <a:bodyPr wrap="square" rtlCol="0">
            <a:spAutoFit/>
          </a:bodyPr>
          <a:lstStyle/>
          <a:p>
            <a:pPr algn="ctr"/>
            <a:r>
              <a:rPr lang="en-US" sz="3200" b="1" i="1" dirty="0">
                <a:latin typeface="+mj-lt"/>
                <a:ea typeface="+mj-ea"/>
                <a:cs typeface="+mj-cs"/>
              </a:rPr>
              <a:t>The business model and revenues:</a:t>
            </a:r>
            <a:br>
              <a:rPr lang="en-IL" sz="1000" dirty="0">
                <a:effectLst/>
                <a:latin typeface="Calibri" panose="020F0502020204030204" pitchFamily="34" charset="0"/>
                <a:ea typeface="Calibri" panose="020F0502020204030204" pitchFamily="34" charset="0"/>
                <a:cs typeface="Arial" panose="020B0604020202020204" pitchFamily="34" charset="0"/>
              </a:rPr>
            </a:br>
            <a:endParaRPr lang="en-IL" dirty="0"/>
          </a:p>
        </p:txBody>
      </p:sp>
      <p:pic>
        <p:nvPicPr>
          <p:cNvPr id="5" name="Picture Placeholder 8">
            <a:extLst>
              <a:ext uri="{FF2B5EF4-FFF2-40B4-BE49-F238E27FC236}">
                <a16:creationId xmlns:a16="http://schemas.microsoft.com/office/drawing/2014/main" id="{EE8C870C-D0D5-EE3F-69D8-058AD9A00CD7}"/>
              </a:ext>
            </a:extLst>
          </p:cNvPr>
          <p:cNvPicPr>
            <a:picLocks noChangeAspect="1"/>
          </p:cNvPicPr>
          <p:nvPr/>
        </p:nvPicPr>
        <p:blipFill>
          <a:blip r:embed="rId3"/>
          <a:srcRect l="8351" r="8351"/>
          <a:stretch/>
        </p:blipFill>
        <p:spPr>
          <a:xfrm>
            <a:off x="6870515" y="400049"/>
            <a:ext cx="4901838" cy="5997574"/>
          </a:xfrm>
          <a:prstGeom prst="round2DiagRect">
            <a:avLst>
              <a:gd name="adj1" fmla="val 16667"/>
              <a:gd name="adj2" fmla="val 0"/>
            </a:avLst>
          </a:prstGeom>
          <a:ln w="88900" cap="sq">
            <a:solidFill>
              <a:schemeClr val="bg2"/>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10368368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5" name="Freeform: Shape 34">
            <a:extLst>
              <a:ext uri="{FF2B5EF4-FFF2-40B4-BE49-F238E27FC236}">
                <a16:creationId xmlns:a16="http://schemas.microsoft.com/office/drawing/2014/main" id="{C49AC5BF-9E7C-E42E-992A-A22412F78D3F}"/>
              </a:ext>
            </a:extLst>
          </p:cNvPr>
          <p:cNvSpPr/>
          <p:nvPr/>
        </p:nvSpPr>
        <p:spPr>
          <a:xfrm>
            <a:off x="4403780" y="784359"/>
            <a:ext cx="3240000" cy="2880000"/>
          </a:xfrm>
          <a:custGeom>
            <a:avLst/>
            <a:gdLst>
              <a:gd name="connsiteX0" fmla="*/ 648000 w 3240000"/>
              <a:gd name="connsiteY0" fmla="*/ 0 h 2880000"/>
              <a:gd name="connsiteX1" fmla="*/ 2592000 w 3240000"/>
              <a:gd name="connsiteY1" fmla="*/ 0 h 2880000"/>
              <a:gd name="connsiteX2" fmla="*/ 3240000 w 3240000"/>
              <a:gd name="connsiteY2" fmla="*/ 1440000 h 2880000"/>
              <a:gd name="connsiteX3" fmla="*/ 2592000 w 3240000"/>
              <a:gd name="connsiteY3" fmla="*/ 2880000 h 2880000"/>
              <a:gd name="connsiteX4" fmla="*/ 648000 w 3240000"/>
              <a:gd name="connsiteY4" fmla="*/ 2880000 h 2880000"/>
              <a:gd name="connsiteX5" fmla="*/ 0 w 3240000"/>
              <a:gd name="connsiteY5" fmla="*/ 1440000 h 2880000"/>
              <a:gd name="connsiteX6" fmla="*/ 648000 w 3240000"/>
              <a:gd name="connsiteY6" fmla="*/ 0 h 28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0000" h="2880000">
                <a:moveTo>
                  <a:pt x="648000" y="0"/>
                </a:moveTo>
                <a:lnTo>
                  <a:pt x="2592000" y="0"/>
                </a:lnTo>
                <a:lnTo>
                  <a:pt x="3240000" y="1440000"/>
                </a:lnTo>
                <a:lnTo>
                  <a:pt x="2592000" y="2880000"/>
                </a:lnTo>
                <a:lnTo>
                  <a:pt x="648000" y="2880000"/>
                </a:lnTo>
                <a:lnTo>
                  <a:pt x="0" y="1440000"/>
                </a:lnTo>
                <a:lnTo>
                  <a:pt x="648000" y="0"/>
                </a:lnTo>
                <a:close/>
              </a:path>
            </a:pathLst>
          </a:custGeom>
          <a:ln>
            <a:solidFill>
              <a:schemeClr val="tx1"/>
            </a:solidFill>
          </a:ln>
          <a:effectLst>
            <a:glow rad="63500">
              <a:schemeClr val="accent2">
                <a:satMod val="175000"/>
                <a:alpha val="40000"/>
              </a:schemeClr>
            </a:glow>
            <a:softEdge rad="12700"/>
          </a:effectLst>
        </p:spPr>
        <p:style>
          <a:lnRef idx="2">
            <a:schemeClr val="accent3">
              <a:shade val="15000"/>
            </a:schemeClr>
          </a:lnRef>
          <a:fillRef idx="1">
            <a:schemeClr val="accent3"/>
          </a:fillRef>
          <a:effectRef idx="0">
            <a:schemeClr val="accent3"/>
          </a:effectRef>
          <a:fontRef idx="minor">
            <a:schemeClr val="lt1"/>
          </a:fontRef>
        </p:style>
        <p:txBody>
          <a:bodyPr wrap="square" rtlCol="0" anchor="ctr">
            <a:noAutofit/>
          </a:bodyPr>
          <a:lstStyle/>
          <a:p>
            <a:pPr algn="ctr"/>
            <a:endParaRPr lang="en-IL"/>
          </a:p>
        </p:txBody>
      </p:sp>
      <p:sp>
        <p:nvSpPr>
          <p:cNvPr id="34" name="Freeform: Shape 33">
            <a:extLst>
              <a:ext uri="{FF2B5EF4-FFF2-40B4-BE49-F238E27FC236}">
                <a16:creationId xmlns:a16="http://schemas.microsoft.com/office/drawing/2014/main" id="{C044CBF2-7C0E-34C4-9600-E945D18E11C8}"/>
              </a:ext>
            </a:extLst>
          </p:cNvPr>
          <p:cNvSpPr/>
          <p:nvPr/>
        </p:nvSpPr>
        <p:spPr>
          <a:xfrm>
            <a:off x="1568280" y="2284338"/>
            <a:ext cx="3312000" cy="2880000"/>
          </a:xfrm>
          <a:custGeom>
            <a:avLst/>
            <a:gdLst>
              <a:gd name="connsiteX0" fmla="*/ 648000 w 3240000"/>
              <a:gd name="connsiteY0" fmla="*/ 0 h 2880000"/>
              <a:gd name="connsiteX1" fmla="*/ 2592000 w 3240000"/>
              <a:gd name="connsiteY1" fmla="*/ 0 h 2880000"/>
              <a:gd name="connsiteX2" fmla="*/ 3240000 w 3240000"/>
              <a:gd name="connsiteY2" fmla="*/ 1440000 h 2880000"/>
              <a:gd name="connsiteX3" fmla="*/ 2592000 w 3240000"/>
              <a:gd name="connsiteY3" fmla="*/ 2880000 h 2880000"/>
              <a:gd name="connsiteX4" fmla="*/ 648000 w 3240000"/>
              <a:gd name="connsiteY4" fmla="*/ 2880000 h 2880000"/>
              <a:gd name="connsiteX5" fmla="*/ 0 w 3240000"/>
              <a:gd name="connsiteY5" fmla="*/ 1440000 h 2880000"/>
              <a:gd name="connsiteX6" fmla="*/ 648000 w 3240000"/>
              <a:gd name="connsiteY6" fmla="*/ 0 h 28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0000" h="2880000">
                <a:moveTo>
                  <a:pt x="648000" y="0"/>
                </a:moveTo>
                <a:lnTo>
                  <a:pt x="2592000" y="0"/>
                </a:lnTo>
                <a:lnTo>
                  <a:pt x="3240000" y="1440000"/>
                </a:lnTo>
                <a:lnTo>
                  <a:pt x="2592000" y="2880000"/>
                </a:lnTo>
                <a:lnTo>
                  <a:pt x="648000" y="2880000"/>
                </a:lnTo>
                <a:lnTo>
                  <a:pt x="0" y="1440000"/>
                </a:lnTo>
                <a:lnTo>
                  <a:pt x="648000" y="0"/>
                </a:lnTo>
                <a:close/>
              </a:path>
            </a:pathLst>
          </a:custGeom>
          <a:ln>
            <a:solidFill>
              <a:schemeClr val="tx1"/>
            </a:solidFill>
          </a:ln>
          <a:effectLst>
            <a:glow rad="63500">
              <a:schemeClr val="accent4">
                <a:satMod val="175000"/>
                <a:alpha val="40000"/>
              </a:schemeClr>
            </a:glow>
            <a:softEdge rad="12700"/>
          </a:effectLst>
        </p:spPr>
        <p:style>
          <a:lnRef idx="2">
            <a:schemeClr val="accent4">
              <a:shade val="15000"/>
            </a:schemeClr>
          </a:lnRef>
          <a:fillRef idx="1">
            <a:schemeClr val="accent4"/>
          </a:fillRef>
          <a:effectRef idx="0">
            <a:schemeClr val="accent4"/>
          </a:effectRef>
          <a:fontRef idx="minor">
            <a:schemeClr val="lt1"/>
          </a:fontRef>
        </p:style>
        <p:txBody>
          <a:bodyPr wrap="square" rtlCol="0" anchor="ctr">
            <a:noAutofit/>
          </a:bodyPr>
          <a:lstStyle/>
          <a:p>
            <a:pPr algn="ctr"/>
            <a:endParaRPr lang="en-IL"/>
          </a:p>
        </p:txBody>
      </p:sp>
      <p:sp>
        <p:nvSpPr>
          <p:cNvPr id="33" name="Freeform: Shape 32">
            <a:extLst>
              <a:ext uri="{FF2B5EF4-FFF2-40B4-BE49-F238E27FC236}">
                <a16:creationId xmlns:a16="http://schemas.microsoft.com/office/drawing/2014/main" id="{C58FD435-FD4D-9596-73CA-AB90C12A6CA6}"/>
              </a:ext>
            </a:extLst>
          </p:cNvPr>
          <p:cNvSpPr/>
          <p:nvPr/>
        </p:nvSpPr>
        <p:spPr>
          <a:xfrm>
            <a:off x="7219616" y="2284338"/>
            <a:ext cx="3240000" cy="2880000"/>
          </a:xfrm>
          <a:custGeom>
            <a:avLst/>
            <a:gdLst>
              <a:gd name="connsiteX0" fmla="*/ 648000 w 3240000"/>
              <a:gd name="connsiteY0" fmla="*/ 0 h 2880000"/>
              <a:gd name="connsiteX1" fmla="*/ 2592000 w 3240000"/>
              <a:gd name="connsiteY1" fmla="*/ 0 h 2880000"/>
              <a:gd name="connsiteX2" fmla="*/ 3240000 w 3240000"/>
              <a:gd name="connsiteY2" fmla="*/ 1440000 h 2880000"/>
              <a:gd name="connsiteX3" fmla="*/ 2592000 w 3240000"/>
              <a:gd name="connsiteY3" fmla="*/ 2880000 h 2880000"/>
              <a:gd name="connsiteX4" fmla="*/ 648000 w 3240000"/>
              <a:gd name="connsiteY4" fmla="*/ 2880000 h 2880000"/>
              <a:gd name="connsiteX5" fmla="*/ 0 w 3240000"/>
              <a:gd name="connsiteY5" fmla="*/ 1440000 h 2880000"/>
              <a:gd name="connsiteX6" fmla="*/ 648000 w 3240000"/>
              <a:gd name="connsiteY6" fmla="*/ 0 h 28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0000" h="2880000">
                <a:moveTo>
                  <a:pt x="648000" y="0"/>
                </a:moveTo>
                <a:lnTo>
                  <a:pt x="2592000" y="0"/>
                </a:lnTo>
                <a:lnTo>
                  <a:pt x="3240000" y="1440000"/>
                </a:lnTo>
                <a:lnTo>
                  <a:pt x="2592000" y="2880000"/>
                </a:lnTo>
                <a:lnTo>
                  <a:pt x="648000" y="2880000"/>
                </a:lnTo>
                <a:lnTo>
                  <a:pt x="0" y="1440000"/>
                </a:lnTo>
                <a:lnTo>
                  <a:pt x="648000" y="0"/>
                </a:lnTo>
                <a:close/>
              </a:path>
            </a:pathLst>
          </a:custGeom>
          <a:ln>
            <a:noFill/>
          </a:ln>
          <a:effectLst>
            <a:glow rad="101600">
              <a:schemeClr val="accent5">
                <a:satMod val="175000"/>
                <a:alpha val="40000"/>
              </a:schemeClr>
            </a:glow>
            <a:outerShdw blurRad="44450" dist="13970" dir="5400000" algn="ctr" rotWithShape="0">
              <a:srgbClr val="000000">
                <a:alpha val="45000"/>
              </a:srgbClr>
            </a:outerShdw>
            <a:softEdge rad="635000"/>
          </a:effectLst>
        </p:spPr>
        <p:style>
          <a:lnRef idx="0">
            <a:schemeClr val="accent6"/>
          </a:lnRef>
          <a:fillRef idx="3">
            <a:schemeClr val="accent6"/>
          </a:fillRef>
          <a:effectRef idx="3">
            <a:schemeClr val="accent6"/>
          </a:effectRef>
          <a:fontRef idx="minor">
            <a:schemeClr val="lt1"/>
          </a:fontRef>
        </p:style>
        <p:txBody>
          <a:bodyPr wrap="square" rtlCol="0" anchor="ctr">
            <a:noAutofit/>
          </a:bodyPr>
          <a:lstStyle/>
          <a:p>
            <a:pPr algn="ctr"/>
            <a:endParaRPr lang="en-IL"/>
          </a:p>
        </p:txBody>
      </p:sp>
      <p:sp>
        <p:nvSpPr>
          <p:cNvPr id="32" name="Freeform: Shape 31">
            <a:extLst>
              <a:ext uri="{FF2B5EF4-FFF2-40B4-BE49-F238E27FC236}">
                <a16:creationId xmlns:a16="http://schemas.microsoft.com/office/drawing/2014/main" id="{ECF73215-BF08-CF98-17FE-BA552FCB7E13}"/>
              </a:ext>
            </a:extLst>
          </p:cNvPr>
          <p:cNvSpPr/>
          <p:nvPr/>
        </p:nvSpPr>
        <p:spPr>
          <a:xfrm>
            <a:off x="4403780" y="3844295"/>
            <a:ext cx="3240000" cy="2880000"/>
          </a:xfrm>
          <a:custGeom>
            <a:avLst/>
            <a:gdLst>
              <a:gd name="connsiteX0" fmla="*/ 648000 w 3240000"/>
              <a:gd name="connsiteY0" fmla="*/ 0 h 2880000"/>
              <a:gd name="connsiteX1" fmla="*/ 2592000 w 3240000"/>
              <a:gd name="connsiteY1" fmla="*/ 0 h 2880000"/>
              <a:gd name="connsiteX2" fmla="*/ 3240000 w 3240000"/>
              <a:gd name="connsiteY2" fmla="*/ 1440000 h 2880000"/>
              <a:gd name="connsiteX3" fmla="*/ 2592000 w 3240000"/>
              <a:gd name="connsiteY3" fmla="*/ 2880000 h 2880000"/>
              <a:gd name="connsiteX4" fmla="*/ 648000 w 3240000"/>
              <a:gd name="connsiteY4" fmla="*/ 2880000 h 2880000"/>
              <a:gd name="connsiteX5" fmla="*/ 0 w 3240000"/>
              <a:gd name="connsiteY5" fmla="*/ 1440000 h 2880000"/>
              <a:gd name="connsiteX6" fmla="*/ 648000 w 3240000"/>
              <a:gd name="connsiteY6" fmla="*/ 0 h 28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0000" h="2880000">
                <a:moveTo>
                  <a:pt x="648000" y="0"/>
                </a:moveTo>
                <a:lnTo>
                  <a:pt x="2592000" y="0"/>
                </a:lnTo>
                <a:lnTo>
                  <a:pt x="3240000" y="1440000"/>
                </a:lnTo>
                <a:lnTo>
                  <a:pt x="2592000" y="2880000"/>
                </a:lnTo>
                <a:lnTo>
                  <a:pt x="648000" y="2880000"/>
                </a:lnTo>
                <a:lnTo>
                  <a:pt x="0" y="1440000"/>
                </a:lnTo>
                <a:lnTo>
                  <a:pt x="648000" y="0"/>
                </a:lnTo>
                <a:close/>
              </a:path>
            </a:pathLst>
          </a:custGeom>
          <a:ln>
            <a:solidFill>
              <a:schemeClr val="tx1"/>
            </a:solidFill>
          </a:ln>
          <a:effectLst>
            <a:glow rad="63500">
              <a:schemeClr val="accent6">
                <a:satMod val="175000"/>
                <a:alpha val="40000"/>
              </a:schemeClr>
            </a:glow>
            <a:softEdge rad="12700"/>
          </a:effectLst>
        </p:spPr>
        <p:style>
          <a:lnRef idx="1">
            <a:schemeClr val="accent2"/>
          </a:lnRef>
          <a:fillRef idx="3">
            <a:schemeClr val="accent2"/>
          </a:fillRef>
          <a:effectRef idx="2">
            <a:schemeClr val="accent2"/>
          </a:effectRef>
          <a:fontRef idx="minor">
            <a:schemeClr val="lt1"/>
          </a:fontRef>
        </p:style>
        <p:txBody>
          <a:bodyPr wrap="square" rtlCol="0" anchor="ctr">
            <a:noAutofit/>
          </a:bodyPr>
          <a:lstStyle/>
          <a:p>
            <a:pPr algn="ctr"/>
            <a:endParaRPr lang="en-IL"/>
          </a:p>
        </p:txBody>
      </p:sp>
      <p:sp>
        <p:nvSpPr>
          <p:cNvPr id="12" name="Content Placeholder 11">
            <a:extLst>
              <a:ext uri="{FF2B5EF4-FFF2-40B4-BE49-F238E27FC236}">
                <a16:creationId xmlns:a16="http://schemas.microsoft.com/office/drawing/2014/main" id="{09A860AE-836A-6B3C-D663-F6B253827540}"/>
              </a:ext>
            </a:extLst>
          </p:cNvPr>
          <p:cNvSpPr>
            <a:spLocks noGrp="1"/>
          </p:cNvSpPr>
          <p:nvPr>
            <p:ph sz="half" idx="12"/>
          </p:nvPr>
        </p:nvSpPr>
        <p:spPr>
          <a:xfrm>
            <a:off x="2928222" y="61787"/>
            <a:ext cx="6335556" cy="1325188"/>
          </a:xfrm>
        </p:spPr>
        <p:txBody>
          <a:bodyPr>
            <a:normAutofit/>
          </a:bodyPr>
          <a:lstStyle/>
          <a:p>
            <a:pPr algn="ctr" rtl="1">
              <a:lnSpc>
                <a:spcPct val="107000"/>
              </a:lnSpc>
              <a:spcAft>
                <a:spcPts val="800"/>
              </a:spcAft>
            </a:pPr>
            <a:r>
              <a:rPr lang="en-IL" sz="4000" b="1" i="1" spc="600" dirty="0">
                <a:solidFill>
                  <a:schemeClr val="bg1">
                    <a:alpha val="60000"/>
                  </a:schemeClr>
                </a:solidFill>
                <a:latin typeface="Bell MT" panose="02020503060305020303" pitchFamily="18" charset="0"/>
                <a:cs typeface="Aharoni" panose="02010803020104030203" pitchFamily="2" charset="-79"/>
              </a:rPr>
              <a:t> </a:t>
            </a:r>
            <a:r>
              <a:rPr lang="en-US" sz="3600" b="1" i="1" spc="0" dirty="0">
                <a:solidFill>
                  <a:schemeClr val="tx1"/>
                </a:solidFill>
                <a:latin typeface="+mj-lt"/>
                <a:ea typeface="+mj-ea"/>
                <a:cs typeface="+mj-cs"/>
              </a:rPr>
              <a:t>Ways to monetize this website:</a:t>
            </a:r>
            <a:endParaRPr lang="en-IL" sz="3600" b="1" i="1" spc="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0C8B0B9D-62CC-1A4C-66B6-9C979AE0493E}"/>
              </a:ext>
            </a:extLst>
          </p:cNvPr>
          <p:cNvSpPr txBox="1"/>
          <p:nvPr/>
        </p:nvSpPr>
        <p:spPr>
          <a:xfrm>
            <a:off x="2035915" y="2800033"/>
            <a:ext cx="2496502" cy="1938992"/>
          </a:xfrm>
          <a:prstGeom prst="rect">
            <a:avLst/>
          </a:prstGeom>
          <a:noFill/>
        </p:spPr>
        <p:txBody>
          <a:bodyPr wrap="square" rtlCol="0">
            <a:spAutoFit/>
          </a:bodyPr>
          <a:lstStyle/>
          <a:p>
            <a:pPr lvl="0"/>
            <a:r>
              <a:rPr lang="en-US" sz="2400" b="1" dirty="0"/>
              <a:t>A. Subscription Boxes: Monthly kits with varying complexity.</a:t>
            </a:r>
            <a:endParaRPr lang="en-IL" sz="2400" b="1" dirty="0"/>
          </a:p>
        </p:txBody>
      </p:sp>
      <p:sp>
        <p:nvSpPr>
          <p:cNvPr id="13" name="TextBox 12">
            <a:extLst>
              <a:ext uri="{FF2B5EF4-FFF2-40B4-BE49-F238E27FC236}">
                <a16:creationId xmlns:a16="http://schemas.microsoft.com/office/drawing/2014/main" id="{F3CF6347-8BE7-027E-3CCD-D55107F88F74}"/>
              </a:ext>
            </a:extLst>
          </p:cNvPr>
          <p:cNvSpPr txBox="1"/>
          <p:nvPr/>
        </p:nvSpPr>
        <p:spPr>
          <a:xfrm>
            <a:off x="7763130" y="2615367"/>
            <a:ext cx="2359508" cy="2308324"/>
          </a:xfrm>
          <a:prstGeom prst="rect">
            <a:avLst/>
          </a:prstGeom>
          <a:noFill/>
        </p:spPr>
        <p:txBody>
          <a:bodyPr wrap="square" rtlCol="0">
            <a:spAutoFit/>
          </a:bodyPr>
          <a:lstStyle/>
          <a:p>
            <a:pPr lvl="0"/>
            <a:r>
              <a:rPr lang="en-US" sz="2400" b="1" dirty="0"/>
              <a:t>C. Premium Membership: Exclusive tutorials, discounts, and freebies.</a:t>
            </a:r>
            <a:endParaRPr lang="en-IL" sz="2400" b="1" dirty="0"/>
          </a:p>
        </p:txBody>
      </p:sp>
      <p:sp>
        <p:nvSpPr>
          <p:cNvPr id="6" name="TextBox 5">
            <a:extLst>
              <a:ext uri="{FF2B5EF4-FFF2-40B4-BE49-F238E27FC236}">
                <a16:creationId xmlns:a16="http://schemas.microsoft.com/office/drawing/2014/main" id="{AC61FEFF-C6CA-48D1-3C85-300B2A164AEE}"/>
              </a:ext>
            </a:extLst>
          </p:cNvPr>
          <p:cNvSpPr txBox="1"/>
          <p:nvPr/>
        </p:nvSpPr>
        <p:spPr>
          <a:xfrm>
            <a:off x="4966097" y="4190112"/>
            <a:ext cx="2460055" cy="2308324"/>
          </a:xfrm>
          <a:prstGeom prst="rect">
            <a:avLst/>
          </a:prstGeom>
          <a:noFill/>
        </p:spPr>
        <p:txBody>
          <a:bodyPr wrap="square" rtlCol="0">
            <a:spAutoFit/>
          </a:bodyPr>
          <a:lstStyle/>
          <a:p>
            <a:r>
              <a:rPr lang="en-US" sz="2400" b="1" dirty="0"/>
              <a:t>D. Brand Collaborations: Limited-edition products with well-known brands.</a:t>
            </a:r>
            <a:endParaRPr lang="en-IL" sz="2400" b="1" dirty="0"/>
          </a:p>
        </p:txBody>
      </p:sp>
      <p:sp>
        <p:nvSpPr>
          <p:cNvPr id="10" name="TextBox 9">
            <a:extLst>
              <a:ext uri="{FF2B5EF4-FFF2-40B4-BE49-F238E27FC236}">
                <a16:creationId xmlns:a16="http://schemas.microsoft.com/office/drawing/2014/main" id="{DA6D74A8-FC7C-63E5-B2F0-983C4CF2D29E}"/>
              </a:ext>
            </a:extLst>
          </p:cNvPr>
          <p:cNvSpPr txBox="1"/>
          <p:nvPr/>
        </p:nvSpPr>
        <p:spPr>
          <a:xfrm>
            <a:off x="4929517" y="1070197"/>
            <a:ext cx="2438400" cy="2308324"/>
          </a:xfrm>
          <a:prstGeom prst="rect">
            <a:avLst/>
          </a:prstGeom>
          <a:noFill/>
        </p:spPr>
        <p:txBody>
          <a:bodyPr wrap="square" rtlCol="0">
            <a:spAutoFit/>
          </a:bodyPr>
          <a:lstStyle/>
          <a:p>
            <a:r>
              <a:rPr lang="en-US" sz="2400" b="1" dirty="0"/>
              <a:t>B. Custom Order: Premium services for personalized outfits.</a:t>
            </a:r>
            <a:endParaRPr lang="en-IL" sz="2400" b="1" dirty="0"/>
          </a:p>
        </p:txBody>
      </p:sp>
    </p:spTree>
    <p:extLst>
      <p:ext uri="{BB962C8B-B14F-4D97-AF65-F5344CB8AC3E}">
        <p14:creationId xmlns:p14="http://schemas.microsoft.com/office/powerpoint/2010/main" val="272386585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 calcmode="lin" valueType="num">
                                      <p:cBhvr>
                                        <p:cTn id="9" dur="500" fill="hold"/>
                                        <p:tgtEl>
                                          <p:spTgt spid="35"/>
                                        </p:tgtEl>
                                        <p:attrNameLst>
                                          <p:attrName>style.rotation</p:attrName>
                                        </p:attrNameLst>
                                      </p:cBhvr>
                                      <p:tavLst>
                                        <p:tav tm="0">
                                          <p:val>
                                            <p:fltVal val="360"/>
                                          </p:val>
                                        </p:tav>
                                        <p:tav tm="100000">
                                          <p:val>
                                            <p:fltVal val="0"/>
                                          </p:val>
                                        </p:tav>
                                      </p:tavLst>
                                    </p:anim>
                                    <p:animEffect transition="in" filter="fade">
                                      <p:cBhvr>
                                        <p:cTn id="10" dur="500"/>
                                        <p:tgtEl>
                                          <p:spTgt spid="35"/>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 calcmode="lin" valueType="num">
                                      <p:cBhvr>
                                        <p:cTn id="13" dur="500" fill="hold"/>
                                        <p:tgtEl>
                                          <p:spTgt spid="34"/>
                                        </p:tgtEl>
                                        <p:attrNameLst>
                                          <p:attrName>ppt_w</p:attrName>
                                        </p:attrNameLst>
                                      </p:cBhvr>
                                      <p:tavLst>
                                        <p:tav tm="0">
                                          <p:val>
                                            <p:fltVal val="0"/>
                                          </p:val>
                                        </p:tav>
                                        <p:tav tm="100000">
                                          <p:val>
                                            <p:strVal val="#ppt_w"/>
                                          </p:val>
                                        </p:tav>
                                      </p:tavLst>
                                    </p:anim>
                                    <p:anim calcmode="lin" valueType="num">
                                      <p:cBhvr>
                                        <p:cTn id="14" dur="500" fill="hold"/>
                                        <p:tgtEl>
                                          <p:spTgt spid="34"/>
                                        </p:tgtEl>
                                        <p:attrNameLst>
                                          <p:attrName>ppt_h</p:attrName>
                                        </p:attrNameLst>
                                      </p:cBhvr>
                                      <p:tavLst>
                                        <p:tav tm="0">
                                          <p:val>
                                            <p:fltVal val="0"/>
                                          </p:val>
                                        </p:tav>
                                        <p:tav tm="100000">
                                          <p:val>
                                            <p:strVal val="#ppt_h"/>
                                          </p:val>
                                        </p:tav>
                                      </p:tavLst>
                                    </p:anim>
                                    <p:anim calcmode="lin" valueType="num">
                                      <p:cBhvr>
                                        <p:cTn id="15" dur="500" fill="hold"/>
                                        <p:tgtEl>
                                          <p:spTgt spid="34"/>
                                        </p:tgtEl>
                                        <p:attrNameLst>
                                          <p:attrName>style.rotation</p:attrName>
                                        </p:attrNameLst>
                                      </p:cBhvr>
                                      <p:tavLst>
                                        <p:tav tm="0">
                                          <p:val>
                                            <p:fltVal val="360"/>
                                          </p:val>
                                        </p:tav>
                                        <p:tav tm="100000">
                                          <p:val>
                                            <p:fltVal val="0"/>
                                          </p:val>
                                        </p:tav>
                                      </p:tavLst>
                                    </p:anim>
                                    <p:animEffect transition="in" filter="fade">
                                      <p:cBhvr>
                                        <p:cTn id="16" dur="500"/>
                                        <p:tgtEl>
                                          <p:spTgt spid="34"/>
                                        </p:tgtEl>
                                      </p:cBhvr>
                                    </p:animEffect>
                                  </p:childTnLst>
                                </p:cTn>
                              </p:par>
                              <p:par>
                                <p:cTn id="17" presetID="49" presetClass="entr" presetSubtype="0" decel="10000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 calcmode="lin" valueType="num">
                                      <p:cBhvr>
                                        <p:cTn id="21" dur="500" fill="hold"/>
                                        <p:tgtEl>
                                          <p:spTgt spid="6"/>
                                        </p:tgtEl>
                                        <p:attrNameLst>
                                          <p:attrName>style.rotation</p:attrName>
                                        </p:attrNameLst>
                                      </p:cBhvr>
                                      <p:tavLst>
                                        <p:tav tm="0">
                                          <p:val>
                                            <p:fltVal val="360"/>
                                          </p:val>
                                        </p:tav>
                                        <p:tav tm="100000">
                                          <p:val>
                                            <p:fltVal val="0"/>
                                          </p:val>
                                        </p:tav>
                                      </p:tavLst>
                                    </p:anim>
                                    <p:animEffect transition="in" filter="fade">
                                      <p:cBhvr>
                                        <p:cTn id="22" dur="500"/>
                                        <p:tgtEl>
                                          <p:spTgt spid="6"/>
                                        </p:tgtEl>
                                      </p:cBhvr>
                                    </p:animEffect>
                                  </p:childTnLst>
                                </p:cTn>
                              </p:par>
                              <p:par>
                                <p:cTn id="23" presetID="49" presetClass="entr" presetSubtype="0" decel="10000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p:cTn id="25" dur="500" fill="hold"/>
                                        <p:tgtEl>
                                          <p:spTgt spid="32"/>
                                        </p:tgtEl>
                                        <p:attrNameLst>
                                          <p:attrName>ppt_w</p:attrName>
                                        </p:attrNameLst>
                                      </p:cBhvr>
                                      <p:tavLst>
                                        <p:tav tm="0">
                                          <p:val>
                                            <p:fltVal val="0"/>
                                          </p:val>
                                        </p:tav>
                                        <p:tav tm="100000">
                                          <p:val>
                                            <p:strVal val="#ppt_w"/>
                                          </p:val>
                                        </p:tav>
                                      </p:tavLst>
                                    </p:anim>
                                    <p:anim calcmode="lin" valueType="num">
                                      <p:cBhvr>
                                        <p:cTn id="26" dur="500" fill="hold"/>
                                        <p:tgtEl>
                                          <p:spTgt spid="32"/>
                                        </p:tgtEl>
                                        <p:attrNameLst>
                                          <p:attrName>ppt_h</p:attrName>
                                        </p:attrNameLst>
                                      </p:cBhvr>
                                      <p:tavLst>
                                        <p:tav tm="0">
                                          <p:val>
                                            <p:fltVal val="0"/>
                                          </p:val>
                                        </p:tav>
                                        <p:tav tm="100000">
                                          <p:val>
                                            <p:strVal val="#ppt_h"/>
                                          </p:val>
                                        </p:tav>
                                      </p:tavLst>
                                    </p:anim>
                                    <p:anim calcmode="lin" valueType="num">
                                      <p:cBhvr>
                                        <p:cTn id="27" dur="500" fill="hold"/>
                                        <p:tgtEl>
                                          <p:spTgt spid="32"/>
                                        </p:tgtEl>
                                        <p:attrNameLst>
                                          <p:attrName>style.rotation</p:attrName>
                                        </p:attrNameLst>
                                      </p:cBhvr>
                                      <p:tavLst>
                                        <p:tav tm="0">
                                          <p:val>
                                            <p:fltVal val="360"/>
                                          </p:val>
                                        </p:tav>
                                        <p:tav tm="100000">
                                          <p:val>
                                            <p:fltVal val="0"/>
                                          </p:val>
                                        </p:tav>
                                      </p:tavLst>
                                    </p:anim>
                                    <p:animEffect transition="in" filter="fade">
                                      <p:cBhvr>
                                        <p:cTn id="28" dur="500"/>
                                        <p:tgtEl>
                                          <p:spTgt spid="32"/>
                                        </p:tgtEl>
                                      </p:cBhvr>
                                    </p:animEffect>
                                  </p:childTnLst>
                                </p:cTn>
                              </p:par>
                              <p:par>
                                <p:cTn id="29" presetID="49" presetClass="entr" presetSubtype="0" decel="10000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p:cTn id="31" dur="500" fill="hold"/>
                                        <p:tgtEl>
                                          <p:spTgt spid="33"/>
                                        </p:tgtEl>
                                        <p:attrNameLst>
                                          <p:attrName>ppt_w</p:attrName>
                                        </p:attrNameLst>
                                      </p:cBhvr>
                                      <p:tavLst>
                                        <p:tav tm="0">
                                          <p:val>
                                            <p:fltVal val="0"/>
                                          </p:val>
                                        </p:tav>
                                        <p:tav tm="100000">
                                          <p:val>
                                            <p:strVal val="#ppt_w"/>
                                          </p:val>
                                        </p:tav>
                                      </p:tavLst>
                                    </p:anim>
                                    <p:anim calcmode="lin" valueType="num">
                                      <p:cBhvr>
                                        <p:cTn id="32" dur="500" fill="hold"/>
                                        <p:tgtEl>
                                          <p:spTgt spid="33"/>
                                        </p:tgtEl>
                                        <p:attrNameLst>
                                          <p:attrName>ppt_h</p:attrName>
                                        </p:attrNameLst>
                                      </p:cBhvr>
                                      <p:tavLst>
                                        <p:tav tm="0">
                                          <p:val>
                                            <p:fltVal val="0"/>
                                          </p:val>
                                        </p:tav>
                                        <p:tav tm="100000">
                                          <p:val>
                                            <p:strVal val="#ppt_h"/>
                                          </p:val>
                                        </p:tav>
                                      </p:tavLst>
                                    </p:anim>
                                    <p:anim calcmode="lin" valueType="num">
                                      <p:cBhvr>
                                        <p:cTn id="33" dur="500" fill="hold"/>
                                        <p:tgtEl>
                                          <p:spTgt spid="33"/>
                                        </p:tgtEl>
                                        <p:attrNameLst>
                                          <p:attrName>style.rotation</p:attrName>
                                        </p:attrNameLst>
                                      </p:cBhvr>
                                      <p:tavLst>
                                        <p:tav tm="0">
                                          <p:val>
                                            <p:fltVal val="360"/>
                                          </p:val>
                                        </p:tav>
                                        <p:tav tm="100000">
                                          <p:val>
                                            <p:fltVal val="0"/>
                                          </p:val>
                                        </p:tav>
                                      </p:tavLst>
                                    </p:anim>
                                    <p:animEffect transition="in" filter="fade">
                                      <p:cBhvr>
                                        <p:cTn id="34" dur="500"/>
                                        <p:tgtEl>
                                          <p:spTgt spid="33"/>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 calcmode="lin" valueType="num">
                                      <p:cBhvr>
                                        <p:cTn id="39" dur="500" fill="hold"/>
                                        <p:tgtEl>
                                          <p:spTgt spid="10"/>
                                        </p:tgtEl>
                                        <p:attrNameLst>
                                          <p:attrName>style.rotation</p:attrName>
                                        </p:attrNameLst>
                                      </p:cBhvr>
                                      <p:tavLst>
                                        <p:tav tm="0">
                                          <p:val>
                                            <p:fltVal val="360"/>
                                          </p:val>
                                        </p:tav>
                                        <p:tav tm="100000">
                                          <p:val>
                                            <p:fltVal val="0"/>
                                          </p:val>
                                        </p:tav>
                                      </p:tavLst>
                                    </p:anim>
                                    <p:animEffect transition="in" filter="fade">
                                      <p:cBhvr>
                                        <p:cTn id="40" dur="500"/>
                                        <p:tgtEl>
                                          <p:spTgt spid="10"/>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 calcmode="lin" valueType="num">
                                      <p:cBhvr>
                                        <p:cTn id="45" dur="500" fill="hold"/>
                                        <p:tgtEl>
                                          <p:spTgt spid="5"/>
                                        </p:tgtEl>
                                        <p:attrNameLst>
                                          <p:attrName>style.rotation</p:attrName>
                                        </p:attrNameLst>
                                      </p:cBhvr>
                                      <p:tavLst>
                                        <p:tav tm="0">
                                          <p:val>
                                            <p:fltVal val="360"/>
                                          </p:val>
                                        </p:tav>
                                        <p:tav tm="100000">
                                          <p:val>
                                            <p:fltVal val="0"/>
                                          </p:val>
                                        </p:tav>
                                      </p:tavLst>
                                    </p:anim>
                                    <p:animEffect transition="in" filter="fade">
                                      <p:cBhvr>
                                        <p:cTn id="46" dur="500"/>
                                        <p:tgtEl>
                                          <p:spTgt spid="5"/>
                                        </p:tgtEl>
                                      </p:cBhvr>
                                    </p:animEffect>
                                  </p:childTnLst>
                                </p:cTn>
                              </p:par>
                              <p:par>
                                <p:cTn id="47" presetID="49" presetClass="entr" presetSubtype="0" decel="10000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 calcmode="lin" valueType="num">
                                      <p:cBhvr>
                                        <p:cTn id="51" dur="500" fill="hold"/>
                                        <p:tgtEl>
                                          <p:spTgt spid="13"/>
                                        </p:tgtEl>
                                        <p:attrNameLst>
                                          <p:attrName>style.rotation</p:attrName>
                                        </p:attrNameLst>
                                      </p:cBhvr>
                                      <p:tavLst>
                                        <p:tav tm="0">
                                          <p:val>
                                            <p:fltVal val="360"/>
                                          </p:val>
                                        </p:tav>
                                        <p:tav tm="100000">
                                          <p:val>
                                            <p:fltVal val="0"/>
                                          </p:val>
                                        </p:tav>
                                      </p:tavLst>
                                    </p:anim>
                                    <p:animEffect transition="in" filter="fade">
                                      <p:cBhvr>
                                        <p:cTn id="52" dur="500"/>
                                        <p:tgtEl>
                                          <p:spTgt spid="13"/>
                                        </p:tgtEl>
                                      </p:cBhvr>
                                    </p:animEffect>
                                  </p:childTnLst>
                                </p:cTn>
                              </p:par>
                              <p:par>
                                <p:cTn id="53" presetID="49" presetClass="entr" presetSubtype="0" decel="100000" fill="hold" grpId="0" nodeType="withEffect">
                                  <p:stCondLst>
                                    <p:cond delay="0"/>
                                  </p:stCondLst>
                                  <p:childTnLst>
                                    <p:set>
                                      <p:cBhvr>
                                        <p:cTn id="54" dur="1" fill="hold">
                                          <p:stCondLst>
                                            <p:cond delay="0"/>
                                          </p:stCondLst>
                                        </p:cTn>
                                        <p:tgtEl>
                                          <p:spTgt spid="12">
                                            <p:txEl>
                                              <p:pRg st="0" end="0"/>
                                            </p:txEl>
                                          </p:spTgt>
                                        </p:tgtEl>
                                        <p:attrNameLst>
                                          <p:attrName>style.visibility</p:attrName>
                                        </p:attrNameLst>
                                      </p:cBhvr>
                                      <p:to>
                                        <p:strVal val="visible"/>
                                      </p:to>
                                    </p:set>
                                    <p:anim calcmode="lin" valueType="num">
                                      <p:cBhvr>
                                        <p:cTn id="55"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56" dur="500" fill="hold"/>
                                        <p:tgtEl>
                                          <p:spTgt spid="12">
                                            <p:txEl>
                                              <p:pRg st="0" end="0"/>
                                            </p:txEl>
                                          </p:spTgt>
                                        </p:tgtEl>
                                        <p:attrNameLst>
                                          <p:attrName>ppt_h</p:attrName>
                                        </p:attrNameLst>
                                      </p:cBhvr>
                                      <p:tavLst>
                                        <p:tav tm="0">
                                          <p:val>
                                            <p:fltVal val="0"/>
                                          </p:val>
                                        </p:tav>
                                        <p:tav tm="100000">
                                          <p:val>
                                            <p:strVal val="#ppt_h"/>
                                          </p:val>
                                        </p:tav>
                                      </p:tavLst>
                                    </p:anim>
                                    <p:anim calcmode="lin" valueType="num">
                                      <p:cBhvr>
                                        <p:cTn id="57" dur="500" fill="hold"/>
                                        <p:tgtEl>
                                          <p:spTgt spid="12">
                                            <p:txEl>
                                              <p:pRg st="0" end="0"/>
                                            </p:txEl>
                                          </p:spTgt>
                                        </p:tgtEl>
                                        <p:attrNameLst>
                                          <p:attrName>style.rotation</p:attrName>
                                        </p:attrNameLst>
                                      </p:cBhvr>
                                      <p:tavLst>
                                        <p:tav tm="0">
                                          <p:val>
                                            <p:fltVal val="360"/>
                                          </p:val>
                                        </p:tav>
                                        <p:tav tm="100000">
                                          <p:val>
                                            <p:fltVal val="0"/>
                                          </p:val>
                                        </p:tav>
                                      </p:tavLst>
                                    </p:anim>
                                    <p:animEffect transition="in" filter="fade">
                                      <p:cBhvr>
                                        <p:cTn id="58"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4" grpId="0" animBg="1"/>
      <p:bldP spid="33" grpId="0" animBg="1"/>
      <p:bldP spid="32" grpId="0" animBg="1"/>
      <p:bldP spid="12" grpId="0" build="p"/>
      <p:bldP spid="5" grpId="0"/>
      <p:bldP spid="13" grpId="0"/>
      <p:bldP spid="6"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D25A52-EB72-8381-9004-15EFA08A1549}"/>
              </a:ext>
            </a:extLst>
          </p:cNvPr>
          <p:cNvSpPr>
            <a:spLocks noGrp="1"/>
          </p:cNvSpPr>
          <p:nvPr>
            <p:ph type="title"/>
          </p:nvPr>
        </p:nvSpPr>
        <p:spPr>
          <a:xfrm>
            <a:off x="823481" y="253894"/>
            <a:ext cx="4449039" cy="1597753"/>
          </a:xfrm>
        </p:spPr>
        <p:txBody>
          <a:bodyPr vert="horz" wrap="square" lIns="91440" tIns="45720" rIns="91440" bIns="45720" rtlCol="0" anchor="b" anchorCtr="0">
            <a:normAutofit/>
          </a:bodyPr>
          <a:lstStyle/>
          <a:p>
            <a:pPr algn="ctr"/>
            <a:r>
              <a:rPr lang="en-US" sz="3200" b="1" i="1" kern="1200" cap="none" spc="0" baseline="0" dirty="0">
                <a:solidFill>
                  <a:schemeClr val="tx1"/>
                </a:solidFill>
                <a:latin typeface="+mj-lt"/>
                <a:ea typeface="+mj-ea"/>
                <a:cs typeface="+mj-cs"/>
              </a:rPr>
              <a:t>Target audience, market and relationships: </a:t>
            </a:r>
          </a:p>
        </p:txBody>
      </p:sp>
      <p:sp>
        <p:nvSpPr>
          <p:cNvPr id="4" name="Content Placeholder 3">
            <a:extLst>
              <a:ext uri="{FF2B5EF4-FFF2-40B4-BE49-F238E27FC236}">
                <a16:creationId xmlns:a16="http://schemas.microsoft.com/office/drawing/2014/main" id="{4F5F9818-7589-51E7-9F61-CDE1B7A6B271}"/>
              </a:ext>
            </a:extLst>
          </p:cNvPr>
          <p:cNvSpPr>
            <a:spLocks noGrp="1"/>
          </p:cNvSpPr>
          <p:nvPr>
            <p:ph sz="half" idx="13"/>
          </p:nvPr>
        </p:nvSpPr>
        <p:spPr>
          <a:xfrm>
            <a:off x="847759" y="2388329"/>
            <a:ext cx="4953601" cy="3416900"/>
          </a:xfrm>
        </p:spPr>
        <p:txBody>
          <a:bodyPr vert="horz" lIns="91440" tIns="45720" rIns="91440" bIns="45720" rtlCol="0">
            <a:normAutofit/>
          </a:bodyPr>
          <a:lstStyle/>
          <a:p>
            <a:pPr>
              <a:lnSpc>
                <a:spcPct val="140000"/>
              </a:lnSpc>
            </a:pPr>
            <a:r>
              <a:rPr lang="en-US" b="1" dirty="0"/>
              <a:t>By integrating these features, our DIY store will be the ultimate destination for fashion enthusiasts, offering everything needed for beginners and seasoned designers to bring their creative visions to life.</a:t>
            </a:r>
            <a:endParaRPr lang="en-US" b="1" i="1" dirty="0"/>
          </a:p>
        </p:txBody>
      </p:sp>
      <p:cxnSp>
        <p:nvCxnSpPr>
          <p:cNvPr id="22" name="Straight Connector 21">
            <a:extLst>
              <a:ext uri="{FF2B5EF4-FFF2-40B4-BE49-F238E27FC236}">
                <a16:creationId xmlns:a16="http://schemas.microsoft.com/office/drawing/2014/main" id="{CC9CF63D-A2A3-4ECF-BC53-4B0D56918F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33"/>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8" name="Picture 7" descr="A person sewing a fabric&#10;&#10;Description automatically generated">
            <a:extLst>
              <a:ext uri="{FF2B5EF4-FFF2-40B4-BE49-F238E27FC236}">
                <a16:creationId xmlns:a16="http://schemas.microsoft.com/office/drawing/2014/main" id="{69A53880-75CA-B47F-34EE-BEA2F734402A}"/>
              </a:ext>
            </a:extLst>
          </p:cNvPr>
          <p:cNvPicPr>
            <a:picLocks noChangeAspect="1"/>
          </p:cNvPicPr>
          <p:nvPr/>
        </p:nvPicPr>
        <p:blipFill>
          <a:blip r:embed="rId3"/>
          <a:stretch>
            <a:fillRect/>
          </a:stretch>
        </p:blipFill>
        <p:spPr>
          <a:xfrm>
            <a:off x="7223570" y="540033"/>
            <a:ext cx="3854998" cy="5775279"/>
          </a:xfrm>
          <a:prstGeom prst="rect">
            <a:avLst/>
          </a:prstGeom>
        </p:spPr>
      </p:pic>
    </p:spTree>
    <p:extLst>
      <p:ext uri="{BB962C8B-B14F-4D97-AF65-F5344CB8AC3E}">
        <p14:creationId xmlns:p14="http://schemas.microsoft.com/office/powerpoint/2010/main" val="3284616221"/>
      </p:ext>
    </p:extLst>
  </p:cSld>
  <p:clrMapOvr>
    <a:masterClrMapping/>
  </p:clrMapOvr>
  <mc:AlternateContent xmlns:mc="http://schemas.openxmlformats.org/markup-compatibility/2006" xmlns:p14="http://schemas.microsoft.com/office/powerpoint/2010/main">
    <mc:Choice Requires="p14">
      <p:transition spd="slow">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800" decel="100000"/>
                                        <p:tgtEl>
                                          <p:spTgt spid="8"/>
                                        </p:tgtEl>
                                      </p:cBhvr>
                                    </p:animEffect>
                                    <p:anim calcmode="lin" valueType="num">
                                      <p:cBhvr>
                                        <p:cTn id="8" dur="800" decel="100000" fill="hold"/>
                                        <p:tgtEl>
                                          <p:spTgt spid="8"/>
                                        </p:tgtEl>
                                        <p:attrNameLst>
                                          <p:attrName>style.rotation</p:attrName>
                                        </p:attrNameLst>
                                      </p:cBhvr>
                                      <p:tavLst>
                                        <p:tav tm="0">
                                          <p:val>
                                            <p:fltVal val="-90"/>
                                          </p:val>
                                        </p:tav>
                                        <p:tav tm="100000">
                                          <p:val>
                                            <p:fltVal val="0"/>
                                          </p:val>
                                        </p:tav>
                                      </p:tavLst>
                                    </p:anim>
                                    <p:anim calcmode="lin" valueType="num">
                                      <p:cBhvr>
                                        <p:cTn id="9" dur="800" decel="100000" fill="hold"/>
                                        <p:tgtEl>
                                          <p:spTgt spid="8"/>
                                        </p:tgtEl>
                                        <p:attrNameLst>
                                          <p:attrName>ppt_x</p:attrName>
                                        </p:attrNameLst>
                                      </p:cBhvr>
                                      <p:tavLst>
                                        <p:tav tm="0">
                                          <p:val>
                                            <p:strVal val="#ppt_x+0.4"/>
                                          </p:val>
                                        </p:tav>
                                        <p:tav tm="100000">
                                          <p:val>
                                            <p:strVal val="#ppt_x-0.05"/>
                                          </p:val>
                                        </p:tav>
                                      </p:tavLst>
                                    </p:anim>
                                    <p:anim calcmode="lin" valueType="num">
                                      <p:cBhvr>
                                        <p:cTn id="10" dur="800" decel="100000" fill="hold"/>
                                        <p:tgtEl>
                                          <p:spTgt spid="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8"/>
                                        </p:tgtEl>
                                        <p:attrNameLst>
                                          <p:attrName>ppt_y</p:attrName>
                                        </p:attrNameLst>
                                      </p:cBhvr>
                                      <p:tavLst>
                                        <p:tav tm="0">
                                          <p:val>
                                            <p:strVal val="#ppt_y+0.1"/>
                                          </p:val>
                                        </p:tav>
                                        <p:tav tm="100000">
                                          <p:val>
                                            <p:strVal val="#ppt_y"/>
                                          </p:val>
                                        </p:tav>
                                      </p:tavLst>
                                    </p:anim>
                                  </p:childTnLst>
                                </p:cTn>
                              </p:par>
                              <p:par>
                                <p:cTn id="13" presetID="30"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800" decel="100000"/>
                                        <p:tgtEl>
                                          <p:spTgt spid="2"/>
                                        </p:tgtEl>
                                      </p:cBhvr>
                                    </p:animEffect>
                                    <p:anim calcmode="lin" valueType="num">
                                      <p:cBhvr>
                                        <p:cTn id="16" dur="800" decel="100000" fill="hold"/>
                                        <p:tgtEl>
                                          <p:spTgt spid="2"/>
                                        </p:tgtEl>
                                        <p:attrNameLst>
                                          <p:attrName>style.rotation</p:attrName>
                                        </p:attrNameLst>
                                      </p:cBhvr>
                                      <p:tavLst>
                                        <p:tav tm="0">
                                          <p:val>
                                            <p:fltVal val="-90"/>
                                          </p:val>
                                        </p:tav>
                                        <p:tav tm="100000">
                                          <p:val>
                                            <p:fltVal val="0"/>
                                          </p:val>
                                        </p:tav>
                                      </p:tavLst>
                                    </p:anim>
                                    <p:anim calcmode="lin" valueType="num">
                                      <p:cBhvr>
                                        <p:cTn id="17" dur="800" decel="100000" fill="hold"/>
                                        <p:tgtEl>
                                          <p:spTgt spid="2"/>
                                        </p:tgtEl>
                                        <p:attrNameLst>
                                          <p:attrName>ppt_x</p:attrName>
                                        </p:attrNameLst>
                                      </p:cBhvr>
                                      <p:tavLst>
                                        <p:tav tm="0">
                                          <p:val>
                                            <p:strVal val="#ppt_x+0.4"/>
                                          </p:val>
                                        </p:tav>
                                        <p:tav tm="100000">
                                          <p:val>
                                            <p:strVal val="#ppt_x-0.05"/>
                                          </p:val>
                                        </p:tav>
                                      </p:tavLst>
                                    </p:anim>
                                    <p:anim calcmode="lin" valueType="num">
                                      <p:cBhvr>
                                        <p:cTn id="18" dur="800" decel="100000" fill="hold"/>
                                        <p:tgtEl>
                                          <p:spTgt spid="2"/>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2"/>
                                        </p:tgtEl>
                                        <p:attrNameLst>
                                          <p:attrName>ppt_y</p:attrName>
                                        </p:attrNameLst>
                                      </p:cBhvr>
                                      <p:tavLst>
                                        <p:tav tm="0">
                                          <p:val>
                                            <p:strVal val="#ppt_y+0.1"/>
                                          </p:val>
                                        </p:tav>
                                        <p:tav tm="100000">
                                          <p:val>
                                            <p:strVal val="#ppt_y"/>
                                          </p:val>
                                        </p:tav>
                                      </p:tavLst>
                                    </p:anim>
                                  </p:childTnLst>
                                </p:cTn>
                              </p:par>
                              <p:par>
                                <p:cTn id="21" presetID="30" presetClass="entr" presetSubtype="0" fill="hold" grpId="0" nodeType="with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animEffect transition="in" filter="fade">
                                      <p:cBhvr>
                                        <p:cTn id="23" dur="800" decel="100000"/>
                                        <p:tgtEl>
                                          <p:spTgt spid="4">
                                            <p:txEl>
                                              <p:pRg st="0" end="0"/>
                                            </p:txEl>
                                          </p:spTgt>
                                        </p:tgtEl>
                                      </p:cBhvr>
                                    </p:animEffect>
                                    <p:anim calcmode="lin" valueType="num">
                                      <p:cBhvr>
                                        <p:cTn id="24" dur="800" decel="100000" fill="hold"/>
                                        <p:tgtEl>
                                          <p:spTgt spid="4">
                                            <p:txEl>
                                              <p:pRg st="0" end="0"/>
                                            </p:txEl>
                                          </p:spTgt>
                                        </p:tgtEl>
                                        <p:attrNameLst>
                                          <p:attrName>style.rotation</p:attrName>
                                        </p:attrNameLst>
                                      </p:cBhvr>
                                      <p:tavLst>
                                        <p:tav tm="0">
                                          <p:val>
                                            <p:fltVal val="-90"/>
                                          </p:val>
                                        </p:tav>
                                        <p:tav tm="100000">
                                          <p:val>
                                            <p:fltVal val="0"/>
                                          </p:val>
                                        </p:tav>
                                      </p:tavLst>
                                    </p:anim>
                                    <p:anim calcmode="lin" valueType="num">
                                      <p:cBhvr>
                                        <p:cTn id="25" dur="800" decel="100000" fill="hold"/>
                                        <p:tgtEl>
                                          <p:spTgt spid="4">
                                            <p:txEl>
                                              <p:pRg st="0" end="0"/>
                                            </p:txEl>
                                          </p:spTgt>
                                        </p:tgtEl>
                                        <p:attrNameLst>
                                          <p:attrName>ppt_x</p:attrName>
                                        </p:attrNameLst>
                                      </p:cBhvr>
                                      <p:tavLst>
                                        <p:tav tm="0">
                                          <p:val>
                                            <p:strVal val="#ppt_x+0.4"/>
                                          </p:val>
                                        </p:tav>
                                        <p:tav tm="100000">
                                          <p:val>
                                            <p:strVal val="#ppt_x-0.05"/>
                                          </p:val>
                                        </p:tav>
                                      </p:tavLst>
                                    </p:anim>
                                    <p:anim calcmode="lin" valueType="num">
                                      <p:cBhvr>
                                        <p:cTn id="26" dur="800" decel="100000" fill="hold"/>
                                        <p:tgtEl>
                                          <p:spTgt spid="4">
                                            <p:txEl>
                                              <p:pRg st="0" end="0"/>
                                            </p:txEl>
                                          </p:spTgt>
                                        </p:tgtEl>
                                        <p:attrNameLst>
                                          <p:attrName>ppt_y</p:attrName>
                                        </p:attrNameLst>
                                      </p:cBhvr>
                                      <p:tavLst>
                                        <p:tav tm="0">
                                          <p:val>
                                            <p:strVal val="#ppt_y-0.4"/>
                                          </p:val>
                                        </p:tav>
                                        <p:tav tm="100000">
                                          <p:val>
                                            <p:strVal val="#ppt_y+0.1"/>
                                          </p:val>
                                        </p:tav>
                                      </p:tavLst>
                                    </p:anim>
                                    <p:anim calcmode="lin" valueType="num">
                                      <p:cBhvr>
                                        <p:cTn id="27" dur="200" accel="100000" fill="hold">
                                          <p:stCondLst>
                                            <p:cond delay="800"/>
                                          </p:stCondLst>
                                        </p:cTn>
                                        <p:tgtEl>
                                          <p:spTgt spid="4">
                                            <p:txEl>
                                              <p:pRg st="0" end="0"/>
                                            </p:txEl>
                                          </p:spTgt>
                                        </p:tgtEl>
                                        <p:attrNameLst>
                                          <p:attrName>ppt_x</p:attrName>
                                        </p:attrNameLst>
                                      </p:cBhvr>
                                      <p:tavLst>
                                        <p:tav tm="0">
                                          <p:val>
                                            <p:strVal val="#ppt_x-0.05"/>
                                          </p:val>
                                        </p:tav>
                                        <p:tav tm="100000">
                                          <p:val>
                                            <p:strVal val="#ppt_x"/>
                                          </p:val>
                                        </p:tav>
                                      </p:tavLst>
                                    </p:anim>
                                    <p:anim calcmode="lin" valueType="num">
                                      <p:cBhvr>
                                        <p:cTn id="28" dur="200" accel="100000" fill="hold">
                                          <p:stCondLst>
                                            <p:cond delay="800"/>
                                          </p:stCondLst>
                                        </p:cTn>
                                        <p:tgtEl>
                                          <p:spTgt spid="4">
                                            <p:txEl>
                                              <p:pRg st="0" end="0"/>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3" name="Rectangle 122">
            <a:extLst>
              <a:ext uri="{FF2B5EF4-FFF2-40B4-BE49-F238E27FC236}">
                <a16:creationId xmlns:a16="http://schemas.microsoft.com/office/drawing/2014/main" id="{3268346D-5E77-4906-AC8D-57FB88F11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FB8AA-0F03-166B-59E7-CE70AD201213}"/>
              </a:ext>
            </a:extLst>
          </p:cNvPr>
          <p:cNvSpPr>
            <a:spLocks noGrp="1"/>
          </p:cNvSpPr>
          <p:nvPr>
            <p:ph type="ctrTitle"/>
          </p:nvPr>
        </p:nvSpPr>
        <p:spPr>
          <a:xfrm>
            <a:off x="7112369" y="536575"/>
            <a:ext cx="4078800" cy="1453003"/>
          </a:xfrm>
        </p:spPr>
        <p:txBody>
          <a:bodyPr vert="horz" wrap="square" lIns="91440" tIns="45720" rIns="91440" bIns="45720" rtlCol="0" anchor="b" anchorCtr="0">
            <a:normAutofit/>
          </a:bodyPr>
          <a:lstStyle/>
          <a:p>
            <a:r>
              <a:rPr lang="en-US" sz="3200" b="1" i="1" kern="1200" cap="none" spc="0" baseline="0">
                <a:solidFill>
                  <a:schemeClr val="tx1"/>
                </a:solidFill>
                <a:latin typeface="+mj-lt"/>
                <a:ea typeface="+mj-ea"/>
                <a:cs typeface="+mj-cs"/>
              </a:rPr>
              <a:t>Relative advantages:</a:t>
            </a:r>
            <a:br>
              <a:rPr lang="en-US" sz="3200" b="1" i="1" kern="1200" cap="none" spc="0" baseline="0">
                <a:solidFill>
                  <a:schemeClr val="tx1"/>
                </a:solidFill>
                <a:latin typeface="+mj-lt"/>
                <a:ea typeface="+mj-ea"/>
                <a:cs typeface="+mj-cs"/>
              </a:rPr>
            </a:br>
            <a:endParaRPr lang="en-US" sz="3200" b="1" i="1" kern="1200" cap="none" spc="0" baseline="0">
              <a:solidFill>
                <a:schemeClr val="tx1"/>
              </a:solidFill>
              <a:latin typeface="+mj-lt"/>
              <a:ea typeface="+mj-ea"/>
              <a:cs typeface="+mj-cs"/>
            </a:endParaRPr>
          </a:p>
        </p:txBody>
      </p:sp>
      <p:sp>
        <p:nvSpPr>
          <p:cNvPr id="127" name="Rectangle 126">
            <a:extLst>
              <a:ext uri="{FF2B5EF4-FFF2-40B4-BE49-F238E27FC236}">
                <a16:creationId xmlns:a16="http://schemas.microsoft.com/office/drawing/2014/main" id="{4168C6BE-41CC-4C4D-850F-F82321AE7B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3" name="Picture Placeholder 17" descr="A person holding a package&#10;&#10;Description automatically generated">
            <a:extLst>
              <a:ext uri="{FF2B5EF4-FFF2-40B4-BE49-F238E27FC236}">
                <a16:creationId xmlns:a16="http://schemas.microsoft.com/office/drawing/2014/main" id="{36585CFE-DADA-97FA-71C7-7605FDF3C201}"/>
              </a:ext>
            </a:extLst>
          </p:cNvPr>
          <p:cNvPicPr>
            <a:picLocks noChangeAspect="1"/>
          </p:cNvPicPr>
          <p:nvPr/>
        </p:nvPicPr>
        <p:blipFill rotWithShape="1">
          <a:blip r:embed="rId2"/>
          <a:srcRect b="4909"/>
          <a:stretch/>
        </p:blipFill>
        <p:spPr>
          <a:xfrm>
            <a:off x="540000" y="1050452"/>
            <a:ext cx="4999885" cy="4754440"/>
          </a:xfrm>
          <a:prstGeom prst="rect">
            <a:avLst/>
          </a:prstGeom>
        </p:spPr>
      </p:pic>
      <p:cxnSp>
        <p:nvCxnSpPr>
          <p:cNvPr id="131" name="Straight Connector 130">
            <a:extLst>
              <a:ext uri="{FF2B5EF4-FFF2-40B4-BE49-F238E27FC236}">
                <a16:creationId xmlns:a16="http://schemas.microsoft.com/office/drawing/2014/main" id="{4CBC1FDF-AE13-4731-B38F-2761BDFDBB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1769"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5" name="Rectangle 1">
            <a:extLst>
              <a:ext uri="{FF2B5EF4-FFF2-40B4-BE49-F238E27FC236}">
                <a16:creationId xmlns:a16="http://schemas.microsoft.com/office/drawing/2014/main" id="{D12EA75F-3872-B6CB-F19B-9A8B29BD7122}"/>
              </a:ext>
            </a:extLst>
          </p:cNvPr>
          <p:cNvSpPr txBox="1">
            <a:spLocks noChangeArrowheads="1"/>
          </p:cNvSpPr>
          <p:nvPr/>
        </p:nvSpPr>
        <p:spPr bwMode="auto">
          <a:xfrm>
            <a:off x="7112369" y="2877018"/>
            <a:ext cx="4078800" cy="29014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77500" lnSpcReduction="20000"/>
          </a:bodyPr>
          <a:lstStyle>
            <a:lvl1pPr marL="0" indent="0" algn="ctr" defTabSz="914400" rtl="0" eaLnBrk="1" latinLnBrk="0" hangingPunct="1">
              <a:lnSpc>
                <a:spcPct val="125000"/>
              </a:lnSpc>
              <a:spcBef>
                <a:spcPts val="1000"/>
              </a:spcBef>
              <a:buClr>
                <a:schemeClr val="accent3"/>
              </a:buClr>
              <a:buFont typeface="Wingdings" panose="05000000000000000000" pitchFamily="2" charset="2"/>
              <a:buNone/>
              <a:defRPr sz="2400" i="0" kern="1200" spc="50" baseline="0">
                <a:solidFill>
                  <a:schemeClr val="tx1">
                    <a:alpha val="60000"/>
                  </a:schemeClr>
                </a:solidFill>
                <a:latin typeface="+mn-lt"/>
                <a:ea typeface="+mn-ea"/>
                <a:cs typeface="+mn-cs"/>
              </a:defRPr>
            </a:lvl1pPr>
            <a:lvl2pPr marL="457200" indent="0" algn="ctr"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914400" indent="0" algn="ctr" defTabSz="914400" rtl="0" eaLnBrk="1" latinLnBrk="0" hangingPunct="1">
              <a:lnSpc>
                <a:spcPct val="150000"/>
              </a:lnSpc>
              <a:spcBef>
                <a:spcPts val="500"/>
              </a:spcBef>
              <a:buClr>
                <a:schemeClr val="accent3"/>
              </a:buClr>
              <a:buFont typeface="Wingdings" panose="05000000000000000000" pitchFamily="2" charset="2"/>
              <a:buNone/>
              <a:defRPr sz="1800" kern="1200" spc="50">
                <a:solidFill>
                  <a:schemeClr val="tx1">
                    <a:alpha val="60000"/>
                  </a:schemeClr>
                </a:solidFill>
                <a:latin typeface="+mn-lt"/>
                <a:ea typeface="+mn-ea"/>
                <a:cs typeface="+mn-cs"/>
              </a:defRPr>
            </a:lvl3pPr>
            <a:lvl4pPr marL="1371600" indent="0" algn="ctr" defTabSz="914400" rtl="0" eaLnBrk="1" latinLnBrk="0" hangingPunct="1">
              <a:lnSpc>
                <a:spcPct val="150000"/>
              </a:lnSpc>
              <a:spcBef>
                <a:spcPts val="500"/>
              </a:spcBef>
              <a:buClr>
                <a:schemeClr val="accent3"/>
              </a:buClr>
              <a:buFontTx/>
              <a:buNone/>
              <a:defRPr sz="1600" b="0" i="1" kern="1200" spc="50" baseline="0">
                <a:solidFill>
                  <a:schemeClr val="tx1">
                    <a:alpha val="60000"/>
                  </a:schemeClr>
                </a:solidFill>
                <a:latin typeface="+mn-lt"/>
                <a:ea typeface="+mn-ea"/>
                <a:cs typeface="+mn-cs"/>
              </a:defRPr>
            </a:lvl4pPr>
            <a:lvl5pPr marL="1828800" indent="0" algn="ctr" defTabSz="914400" rtl="0" eaLnBrk="1" latinLnBrk="0" hangingPunct="1">
              <a:lnSpc>
                <a:spcPct val="150000"/>
              </a:lnSpc>
              <a:spcBef>
                <a:spcPts val="500"/>
              </a:spcBef>
              <a:buClr>
                <a:schemeClr val="accent3"/>
              </a:buClr>
              <a:buFont typeface="Wingdings" panose="05000000000000000000" pitchFamily="2" charset="2"/>
              <a:buNone/>
              <a:defRPr sz="1600" kern="1200" spc="50">
                <a:solidFill>
                  <a:schemeClr val="tx1">
                    <a:alpha val="6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lnSpc>
                <a:spcPct val="140000"/>
              </a:lnSpc>
              <a:spcBef>
                <a:spcPct val="0"/>
              </a:spcBef>
              <a:spcAft>
                <a:spcPts val="600"/>
              </a:spcAft>
              <a:buClrTx/>
              <a:buFontTx/>
              <a:buChar char="•"/>
            </a:pPr>
            <a:r>
              <a:rPr lang="en-US" altLang="en-IL" sz="1700" b="1" dirty="0"/>
              <a:t>One-Stop Shop: Simplifies fashion shopping.</a:t>
            </a:r>
          </a:p>
          <a:p>
            <a:pPr algn="l" fontAlgn="base">
              <a:lnSpc>
                <a:spcPct val="140000"/>
              </a:lnSpc>
              <a:spcBef>
                <a:spcPct val="0"/>
              </a:spcBef>
              <a:spcAft>
                <a:spcPts val="600"/>
              </a:spcAft>
              <a:buClrTx/>
              <a:buFontTx/>
              <a:buChar char="•"/>
            </a:pPr>
            <a:r>
              <a:rPr lang="en-US" altLang="en-IL" sz="1700" b="1" dirty="0"/>
              <a:t>Efficient Delivery: Timely order receipt enhances satisfaction.</a:t>
            </a:r>
          </a:p>
          <a:p>
            <a:pPr algn="l" fontAlgn="base">
              <a:lnSpc>
                <a:spcPct val="140000"/>
              </a:lnSpc>
              <a:spcBef>
                <a:spcPct val="0"/>
              </a:spcBef>
              <a:spcAft>
                <a:spcPts val="600"/>
              </a:spcAft>
              <a:buClrTx/>
              <a:buFontTx/>
              <a:buChar char="•"/>
            </a:pPr>
            <a:r>
              <a:rPr lang="en-US" altLang="en-IL" sz="1700" b="1" dirty="0"/>
              <a:t>Unique Offering: Combining DIY and ready-to-wear options.</a:t>
            </a:r>
          </a:p>
          <a:p>
            <a:pPr algn="l" fontAlgn="base">
              <a:lnSpc>
                <a:spcPct val="140000"/>
              </a:lnSpc>
              <a:spcBef>
                <a:spcPct val="0"/>
              </a:spcBef>
              <a:spcAft>
                <a:spcPts val="600"/>
              </a:spcAft>
              <a:buClrTx/>
              <a:buFontTx/>
              <a:buChar char="•"/>
            </a:pPr>
            <a:r>
              <a:rPr lang="en-US" altLang="en-IL" sz="1700" b="1" dirty="0"/>
              <a:t> customization: </a:t>
            </a:r>
            <a:r>
              <a:rPr lang="en-IL" altLang="en-IL" sz="1700" b="1" dirty="0"/>
              <a:t>Personalize your outfit design, and we'll deliver a package containing all the fabric needed for you to sew it yourself.</a:t>
            </a:r>
          </a:p>
          <a:p>
            <a:pPr algn="l" fontAlgn="base">
              <a:lnSpc>
                <a:spcPct val="140000"/>
              </a:lnSpc>
              <a:spcBef>
                <a:spcPct val="0"/>
              </a:spcBef>
              <a:spcAft>
                <a:spcPts val="600"/>
              </a:spcAft>
              <a:buClrTx/>
              <a:buFontTx/>
              <a:buChar char="•"/>
            </a:pPr>
            <a:endParaRPr lang="en-US" altLang="en-IL" sz="1700" b="1" dirty="0"/>
          </a:p>
        </p:txBody>
      </p:sp>
    </p:spTree>
    <p:extLst>
      <p:ext uri="{BB962C8B-B14F-4D97-AF65-F5344CB8AC3E}">
        <p14:creationId xmlns:p14="http://schemas.microsoft.com/office/powerpoint/2010/main" val="1673087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randombar(horizontal)">
                                      <p:cBhvr>
                                        <p:cTn id="10" dur="500"/>
                                        <p:tgtEl>
                                          <p:spTgt spid="2"/>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randombar(horizont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F4CD6D0-88B6-45F4-AC60-54587D3C9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Video 19" descr="Different Hand Drawn Graphs">
            <a:extLst>
              <a:ext uri="{FF2B5EF4-FFF2-40B4-BE49-F238E27FC236}">
                <a16:creationId xmlns:a16="http://schemas.microsoft.com/office/drawing/2014/main" id="{F6042C05-4091-3314-6153-F8136007305B}"/>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20" y="10"/>
            <a:ext cx="12191980" cy="685799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21" name="Rectangle 20">
            <a:extLst>
              <a:ext uri="{FF2B5EF4-FFF2-40B4-BE49-F238E27FC236}">
                <a16:creationId xmlns:a16="http://schemas.microsoft.com/office/drawing/2014/main" id="{DCFCE6BC-4706-49A2-816A-A44669F98A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8637" y="1"/>
            <a:ext cx="8894726" cy="6858000"/>
          </a:xfrm>
          <a:prstGeom prst="rect">
            <a:avLst/>
          </a:prstGeom>
          <a:gradFill flip="none" rotWithShape="1">
            <a:gsLst>
              <a:gs pos="0">
                <a:srgbClr val="000000">
                  <a:alpha val="34902"/>
                </a:srgbClr>
              </a:gs>
              <a:gs pos="80000">
                <a:srgbClr val="000000">
                  <a:alpha val="0"/>
                </a:srgbClr>
              </a:gs>
              <a:gs pos="51000">
                <a:srgbClr val="000000">
                  <a:alpha val="2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TextBox 3">
            <a:extLst>
              <a:ext uri="{FF2B5EF4-FFF2-40B4-BE49-F238E27FC236}">
                <a16:creationId xmlns:a16="http://schemas.microsoft.com/office/drawing/2014/main" id="{89811145-8268-EE0F-6E3A-DEA6E0A002E8}"/>
              </a:ext>
            </a:extLst>
          </p:cNvPr>
          <p:cNvSpPr txBox="1"/>
          <p:nvPr/>
        </p:nvSpPr>
        <p:spPr>
          <a:xfrm>
            <a:off x="2107200" y="1096965"/>
            <a:ext cx="7977600" cy="2085696"/>
          </a:xfrm>
          <a:prstGeom prst="rect">
            <a:avLst/>
          </a:prstGeom>
        </p:spPr>
        <p:txBody>
          <a:bodyPr vert="horz" lIns="91440" tIns="45720" rIns="91440" bIns="45720" rtlCol="0" anchor="b" anchorCtr="0">
            <a:normAutofit/>
          </a:bodyPr>
          <a:lstStyle/>
          <a:p>
            <a:pPr algn="ctr">
              <a:spcBef>
                <a:spcPct val="0"/>
              </a:spcBef>
              <a:spcAft>
                <a:spcPts val="600"/>
              </a:spcAft>
            </a:pPr>
            <a:r>
              <a:rPr lang="en-US" sz="4800" b="1" i="1">
                <a:solidFill>
                  <a:srgbClr val="FFFFFF"/>
                </a:solidFill>
                <a:latin typeface="+mj-lt"/>
                <a:ea typeface="+mj-ea"/>
                <a:cs typeface="+mj-cs"/>
              </a:rPr>
              <a:t> Analysis of the business environment:</a:t>
            </a:r>
          </a:p>
          <a:p>
            <a:pPr algn="ctr">
              <a:spcBef>
                <a:spcPct val="0"/>
              </a:spcBef>
              <a:spcAft>
                <a:spcPts val="600"/>
              </a:spcAft>
            </a:pPr>
            <a:endParaRPr lang="en-US" sz="4800">
              <a:solidFill>
                <a:srgbClr val="FFFFFF"/>
              </a:solidFill>
              <a:latin typeface="+mj-lt"/>
              <a:ea typeface="+mj-ea"/>
              <a:cs typeface="+mj-cs"/>
            </a:endParaRPr>
          </a:p>
        </p:txBody>
      </p:sp>
      <p:sp>
        <p:nvSpPr>
          <p:cNvPr id="3" name="Subtitle 2">
            <a:extLst>
              <a:ext uri="{FF2B5EF4-FFF2-40B4-BE49-F238E27FC236}">
                <a16:creationId xmlns:a16="http://schemas.microsoft.com/office/drawing/2014/main" id="{F052F669-6CC2-18A8-1DAE-B9741587A372}"/>
              </a:ext>
            </a:extLst>
          </p:cNvPr>
          <p:cNvSpPr>
            <a:spLocks noGrp="1"/>
          </p:cNvSpPr>
          <p:nvPr>
            <p:ph type="subTitle" idx="1"/>
          </p:nvPr>
        </p:nvSpPr>
        <p:spPr>
          <a:xfrm>
            <a:off x="3216000" y="3945771"/>
            <a:ext cx="5760000" cy="1832730"/>
          </a:xfrm>
        </p:spPr>
        <p:txBody>
          <a:bodyPr vert="horz" lIns="91440" tIns="45720" rIns="91440" bIns="45720" rtlCol="0">
            <a:normAutofit/>
          </a:bodyPr>
          <a:lstStyle/>
          <a:p>
            <a:pPr>
              <a:lnSpc>
                <a:spcPct val="115000"/>
              </a:lnSpc>
            </a:pPr>
            <a:r>
              <a:rPr lang="en-US" sz="1500" b="1" dirty="0" err="1">
                <a:solidFill>
                  <a:srgbClr val="FFFFFF">
                    <a:alpha val="80000"/>
                  </a:srgbClr>
                </a:solidFill>
              </a:rPr>
              <a:t>FabriCraze</a:t>
            </a:r>
            <a:r>
              <a:rPr lang="en-US" sz="1500" b="1" dirty="0">
                <a:solidFill>
                  <a:srgbClr val="FFFFFF">
                    <a:alpha val="80000"/>
                  </a:srgbClr>
                </a:solidFill>
              </a:rPr>
              <a:t> operates in the competitive realm of fashion subscriptions, alongside notable players like Stitch Fix and ASOS. It offers personalized clothing styling services and a range of monthly subscription products, competing with companies such as Trunk Club, </a:t>
            </a:r>
            <a:r>
              <a:rPr lang="en-US" sz="1500" b="1" dirty="0" err="1">
                <a:solidFill>
                  <a:srgbClr val="FFFFFF">
                    <a:alpha val="80000"/>
                  </a:srgbClr>
                </a:solidFill>
              </a:rPr>
              <a:t>JustFab</a:t>
            </a:r>
            <a:r>
              <a:rPr lang="en-US" sz="1500" b="1" dirty="0">
                <a:solidFill>
                  <a:srgbClr val="FFFFFF">
                    <a:alpha val="80000"/>
                  </a:srgbClr>
                </a:solidFill>
              </a:rPr>
              <a:t>, and </a:t>
            </a:r>
            <a:r>
              <a:rPr lang="en-US" sz="1500" b="1" dirty="0" err="1">
                <a:solidFill>
                  <a:srgbClr val="FFFFFF">
                    <a:alpha val="80000"/>
                  </a:srgbClr>
                </a:solidFill>
              </a:rPr>
              <a:t>ShoeDazzle</a:t>
            </a:r>
            <a:r>
              <a:rPr lang="en-US" sz="1500" b="1" dirty="0">
                <a:solidFill>
                  <a:srgbClr val="FFFFFF">
                    <a:alpha val="80000"/>
                  </a:srgbClr>
                </a:solidFill>
              </a:rPr>
              <a:t> in fashion, accessories, and shoes.</a:t>
            </a:r>
          </a:p>
        </p:txBody>
      </p:sp>
      <p:cxnSp>
        <p:nvCxnSpPr>
          <p:cNvPr id="22" name="Straight Connector 21">
            <a:extLst>
              <a:ext uri="{FF2B5EF4-FFF2-40B4-BE49-F238E27FC236}">
                <a16:creationId xmlns:a16="http://schemas.microsoft.com/office/drawing/2014/main" id="{9E7C23BC-DAA6-40E1-8166-B8C4439D1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226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60" fill="hold"/>
                                        <p:tgtEl>
                                          <p:spTgt spid="20"/>
                                        </p:tgtEl>
                                      </p:cBhvr>
                                    </p:cmd>
                                  </p:childTnLst>
                                </p:cTn>
                              </p:par>
                              <p:par>
                                <p:cTn id="7" presetID="21" presetClass="entr" presetSubtype="2"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heel(2)">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0" restart="whenNotActive" fill="hold" evtFilter="cancelBubble" nodeType="interactiveSeq">
                <p:stCondLst>
                  <p:cond evt="onClick" delay="0">
                    <p:tgtEl>
                      <p:spTgt spid="20"/>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20"/>
                                        </p:tgtEl>
                                      </p:cBhvr>
                                    </p:cmd>
                                  </p:childTnLst>
                                </p:cTn>
                              </p:par>
                            </p:childTnLst>
                          </p:cTn>
                        </p:par>
                      </p:childTnLst>
                    </p:cTn>
                  </p:par>
                </p:childTnLst>
              </p:cTn>
              <p:nextCondLst>
                <p:cond evt="onClick" delay="0">
                  <p:tgtEl>
                    <p:spTgt spid="20"/>
                  </p:tgtEl>
                </p:cond>
              </p:nextCondLst>
            </p:seq>
            <p:video>
              <p:cMediaNode mute="1">
                <p:cTn id="15" repeatCount="indefinite" fill="hold" display="0">
                  <p:stCondLst>
                    <p:cond delay="indefinite"/>
                  </p:stCondLst>
                </p:cTn>
                <p:tgtEl>
                  <p:spTgt spid="20"/>
                </p:tgtEl>
              </p:cMediaNode>
            </p:video>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C1F8AE1-F5C8-A075-B409-93C61BAB3A9A}"/>
              </a:ext>
            </a:extLst>
          </p:cNvPr>
          <p:cNvSpPr txBox="1"/>
          <p:nvPr/>
        </p:nvSpPr>
        <p:spPr>
          <a:xfrm>
            <a:off x="2068325" y="305343"/>
            <a:ext cx="8046720" cy="923330"/>
          </a:xfrm>
          <a:prstGeom prst="rect">
            <a:avLst/>
          </a:prstGeom>
          <a:noFill/>
        </p:spPr>
        <p:txBody>
          <a:bodyPr wrap="square" rtlCol="0">
            <a:spAutoFit/>
          </a:bodyPr>
          <a:lstStyle/>
          <a:p>
            <a:pPr algn="ctr"/>
            <a:r>
              <a:rPr lang="en-US" sz="3600" b="1" i="1" spc="600" dirty="0">
                <a:solidFill>
                  <a:srgbClr val="FFFFFF"/>
                </a:solidFill>
                <a:latin typeface="Bell MT" panose="02020503060305020303" pitchFamily="18" charset="0"/>
                <a:cs typeface="Aharoni" panose="02010803020104030203" pitchFamily="2" charset="-79"/>
              </a:rPr>
              <a:t> </a:t>
            </a:r>
            <a:r>
              <a:rPr lang="en-US" sz="3200" b="1" i="1" dirty="0">
                <a:latin typeface="+mj-lt"/>
                <a:ea typeface="+mj-ea"/>
                <a:cs typeface="+mj-cs"/>
              </a:rPr>
              <a:t>Analysis of the business environment:</a:t>
            </a:r>
            <a:endParaRPr lang="en-IL" sz="3200" b="1" i="1" dirty="0">
              <a:latin typeface="+mj-lt"/>
              <a:ea typeface="+mj-ea"/>
              <a:cs typeface="+mj-cs"/>
            </a:endParaRPr>
          </a:p>
          <a:p>
            <a:endParaRPr lang="en-IL" dirty="0"/>
          </a:p>
        </p:txBody>
      </p:sp>
      <p:sp>
        <p:nvSpPr>
          <p:cNvPr id="8" name="Rectangle: Rounded Corners 7">
            <a:extLst>
              <a:ext uri="{FF2B5EF4-FFF2-40B4-BE49-F238E27FC236}">
                <a16:creationId xmlns:a16="http://schemas.microsoft.com/office/drawing/2014/main" id="{0A610B93-8C8B-E5C8-B240-79F386E7C43A}"/>
              </a:ext>
            </a:extLst>
          </p:cNvPr>
          <p:cNvSpPr/>
          <p:nvPr/>
        </p:nvSpPr>
        <p:spPr>
          <a:xfrm>
            <a:off x="433193" y="1655644"/>
            <a:ext cx="4182369" cy="2267904"/>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r>
              <a:rPr lang="en-US" sz="1700" b="1" i="1" spc="50" dirty="0">
                <a:solidFill>
                  <a:schemeClr val="tx1">
                    <a:alpha val="60000"/>
                  </a:schemeClr>
                </a:solidFill>
              </a:rPr>
              <a:t>Bargaining Power of Suppliers:</a:t>
            </a:r>
          </a:p>
          <a:p>
            <a:r>
              <a:rPr lang="en-US" sz="1700" b="1" i="1" spc="50" dirty="0">
                <a:solidFill>
                  <a:schemeClr val="tx1">
                    <a:alpha val="60000"/>
                  </a:schemeClr>
                </a:solidFill>
              </a:rPr>
              <a:t>When the number of suppliers is limited, their bargaining power is high, and they can impose stricter conditions.</a:t>
            </a:r>
          </a:p>
        </p:txBody>
      </p:sp>
      <p:sp>
        <p:nvSpPr>
          <p:cNvPr id="9" name="Rectangle: Rounded Corners 8">
            <a:extLst>
              <a:ext uri="{FF2B5EF4-FFF2-40B4-BE49-F238E27FC236}">
                <a16:creationId xmlns:a16="http://schemas.microsoft.com/office/drawing/2014/main" id="{FED9ECAC-DBF3-B431-7F70-287EBCC1F2DB}"/>
              </a:ext>
            </a:extLst>
          </p:cNvPr>
          <p:cNvSpPr/>
          <p:nvPr/>
        </p:nvSpPr>
        <p:spPr>
          <a:xfrm>
            <a:off x="7567807" y="1655644"/>
            <a:ext cx="4182370" cy="2338454"/>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r>
              <a:rPr lang="en-US" sz="1700" b="1" i="1" spc="50" dirty="0">
                <a:solidFill>
                  <a:schemeClr val="tx1">
                    <a:alpha val="60000"/>
                  </a:schemeClr>
                </a:solidFill>
              </a:rPr>
              <a:t>Competitors Market Entry Stages: </a:t>
            </a:r>
          </a:p>
          <a:p>
            <a:r>
              <a:rPr lang="en-US" sz="1700" b="1" i="1" spc="50" dirty="0">
                <a:solidFill>
                  <a:schemeClr val="tx1">
                    <a:alpha val="60000"/>
                  </a:schemeClr>
                </a:solidFill>
              </a:rPr>
              <a:t>ASOS, </a:t>
            </a:r>
            <a:r>
              <a:rPr lang="en-US" sz="1700" b="1" i="1" spc="50" dirty="0" err="1">
                <a:solidFill>
                  <a:schemeClr val="tx1">
                    <a:alpha val="60000"/>
                  </a:schemeClr>
                </a:solidFill>
              </a:rPr>
              <a:t>stitchFix</a:t>
            </a:r>
            <a:endParaRPr lang="en-US" sz="1700" b="1" i="1" spc="50" dirty="0">
              <a:solidFill>
                <a:schemeClr val="tx1">
                  <a:alpha val="60000"/>
                </a:schemeClr>
              </a:solidFill>
            </a:endParaRPr>
          </a:p>
        </p:txBody>
      </p:sp>
      <p:sp>
        <p:nvSpPr>
          <p:cNvPr id="10" name="Rectangle: Rounded Corners 9">
            <a:extLst>
              <a:ext uri="{FF2B5EF4-FFF2-40B4-BE49-F238E27FC236}">
                <a16:creationId xmlns:a16="http://schemas.microsoft.com/office/drawing/2014/main" id="{B6DBBA40-C31B-4AC2-3A52-772F4E85C8A6}"/>
              </a:ext>
            </a:extLst>
          </p:cNvPr>
          <p:cNvSpPr/>
          <p:nvPr/>
        </p:nvSpPr>
        <p:spPr>
          <a:xfrm>
            <a:off x="433192" y="4350519"/>
            <a:ext cx="4182370" cy="2267903"/>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r>
              <a:rPr lang="en-US" sz="1700" b="1" i="1" spc="50" dirty="0">
                <a:solidFill>
                  <a:schemeClr val="tx1">
                    <a:alpha val="60000"/>
                  </a:schemeClr>
                </a:solidFill>
              </a:rPr>
              <a:t>Threat of Substitutes: Purchasing equipment at a lower price from online websites.</a:t>
            </a:r>
          </a:p>
        </p:txBody>
      </p:sp>
      <p:sp>
        <p:nvSpPr>
          <p:cNvPr id="11" name="Rectangle: Rounded Corners 10">
            <a:extLst>
              <a:ext uri="{FF2B5EF4-FFF2-40B4-BE49-F238E27FC236}">
                <a16:creationId xmlns:a16="http://schemas.microsoft.com/office/drawing/2014/main" id="{53F40903-6116-2AC3-2629-8488374EDD5D}"/>
              </a:ext>
            </a:extLst>
          </p:cNvPr>
          <p:cNvSpPr/>
          <p:nvPr/>
        </p:nvSpPr>
        <p:spPr>
          <a:xfrm>
            <a:off x="7576440" y="4190048"/>
            <a:ext cx="4191002" cy="2267904"/>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r>
              <a:rPr lang="en-US" sz="1700" b="1" i="1" spc="50" dirty="0">
                <a:solidFill>
                  <a:schemeClr val="tx1">
                    <a:alpha val="60000"/>
                  </a:schemeClr>
                </a:solidFill>
              </a:rPr>
              <a:t>Bargaining Power of Customers:</a:t>
            </a:r>
          </a:p>
          <a:p>
            <a:r>
              <a:rPr lang="en-US" sz="1700" b="1" i="1" spc="50" dirty="0">
                <a:solidFill>
                  <a:schemeClr val="tx1">
                    <a:alpha val="60000"/>
                  </a:schemeClr>
                </a:solidFill>
              </a:rPr>
              <a:t>The bargaining power of customers against our company is high due to the abundance of alternatives in the market, low switching costs, price sensitivity, and wide access to information.</a:t>
            </a:r>
          </a:p>
        </p:txBody>
      </p:sp>
      <p:sp>
        <p:nvSpPr>
          <p:cNvPr id="12" name="Oval 11">
            <a:extLst>
              <a:ext uri="{FF2B5EF4-FFF2-40B4-BE49-F238E27FC236}">
                <a16:creationId xmlns:a16="http://schemas.microsoft.com/office/drawing/2014/main" id="{B038B15D-31FA-B2F2-520A-77F9F3DA1198}"/>
              </a:ext>
            </a:extLst>
          </p:cNvPr>
          <p:cNvSpPr/>
          <p:nvPr/>
        </p:nvSpPr>
        <p:spPr>
          <a:xfrm>
            <a:off x="4851877" y="2301240"/>
            <a:ext cx="2344675" cy="295656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b="1" i="1" spc="50" dirty="0">
                <a:solidFill>
                  <a:schemeClr val="tx1">
                    <a:alpha val="60000"/>
                  </a:schemeClr>
                </a:solidFill>
              </a:rPr>
              <a:t>Traditional competitors: Etsy, AliExpress</a:t>
            </a:r>
            <a:endParaRPr lang="en-IL" b="1" i="1" spc="50" dirty="0">
              <a:solidFill>
                <a:schemeClr val="tx1">
                  <a:alpha val="60000"/>
                </a:schemeClr>
              </a:solidFill>
            </a:endParaRPr>
          </a:p>
        </p:txBody>
      </p:sp>
      <p:cxnSp>
        <p:nvCxnSpPr>
          <p:cNvPr id="14" name="Straight Arrow Connector 13">
            <a:extLst>
              <a:ext uri="{FF2B5EF4-FFF2-40B4-BE49-F238E27FC236}">
                <a16:creationId xmlns:a16="http://schemas.microsoft.com/office/drawing/2014/main" id="{2A95D048-9A1C-F15C-B391-CAD92A228032}"/>
              </a:ext>
            </a:extLst>
          </p:cNvPr>
          <p:cNvCxnSpPr/>
          <p:nvPr/>
        </p:nvCxnSpPr>
        <p:spPr>
          <a:xfrm>
            <a:off x="4770120" y="2103120"/>
            <a:ext cx="457200" cy="396240"/>
          </a:xfrm>
          <a:prstGeom prst="straightConnector1">
            <a:avLst/>
          </a:prstGeom>
          <a:ln w="19050" cap="flat" cmpd="sng" algn="ctr">
            <a:solidFill>
              <a:schemeClr val="accent3"/>
            </a:solidFill>
            <a:prstDash val="solid"/>
            <a:round/>
            <a:headEnd type="none" w="med" len="med"/>
            <a:tailEnd type="arrow" w="med" len="med"/>
          </a:ln>
          <a:effectLst>
            <a:glow rad="63500">
              <a:schemeClr val="accent1">
                <a:satMod val="175000"/>
                <a:alpha val="40000"/>
              </a:schemeClr>
            </a:glow>
          </a:effectLst>
        </p:spPr>
        <p:style>
          <a:lnRef idx="0">
            <a:scrgbClr r="0" g="0" b="0"/>
          </a:lnRef>
          <a:fillRef idx="0">
            <a:scrgbClr r="0" g="0" b="0"/>
          </a:fillRef>
          <a:effectRef idx="0">
            <a:scrgbClr r="0" g="0" b="0"/>
          </a:effectRef>
          <a:fontRef idx="minor">
            <a:schemeClr val="tx1"/>
          </a:fontRef>
        </p:style>
      </p:cxnSp>
      <p:cxnSp>
        <p:nvCxnSpPr>
          <p:cNvPr id="16" name="Straight Arrow Connector 15">
            <a:extLst>
              <a:ext uri="{FF2B5EF4-FFF2-40B4-BE49-F238E27FC236}">
                <a16:creationId xmlns:a16="http://schemas.microsoft.com/office/drawing/2014/main" id="{9E1AD6DB-88CF-047E-2AEC-901BE2C3833C}"/>
              </a:ext>
            </a:extLst>
          </p:cNvPr>
          <p:cNvCxnSpPr>
            <a:cxnSpLocks/>
          </p:cNvCxnSpPr>
          <p:nvPr/>
        </p:nvCxnSpPr>
        <p:spPr>
          <a:xfrm flipH="1">
            <a:off x="6827520" y="2103120"/>
            <a:ext cx="476823" cy="396240"/>
          </a:xfrm>
          <a:prstGeom prst="straightConnector1">
            <a:avLst/>
          </a:prstGeom>
          <a:ln w="19050" cap="flat" cmpd="sng" algn="ctr">
            <a:solidFill>
              <a:schemeClr val="accent3"/>
            </a:solidFill>
            <a:prstDash val="solid"/>
            <a:round/>
            <a:headEnd type="none" w="med" len="med"/>
            <a:tailEnd type="arrow" w="med" len="med"/>
          </a:ln>
          <a:effectLst>
            <a:glow rad="63500">
              <a:schemeClr val="accent1">
                <a:satMod val="175000"/>
                <a:alpha val="40000"/>
              </a:schemeClr>
            </a:glow>
          </a:effectLst>
        </p:spPr>
        <p:style>
          <a:lnRef idx="0">
            <a:scrgbClr r="0" g="0" b="0"/>
          </a:lnRef>
          <a:fillRef idx="0">
            <a:scrgbClr r="0" g="0" b="0"/>
          </a:fillRef>
          <a:effectRef idx="0">
            <a:scrgbClr r="0" g="0" b="0"/>
          </a:effectRef>
          <a:fontRef idx="minor">
            <a:schemeClr val="tx1"/>
          </a:fontRef>
        </p:style>
      </p:cxnSp>
      <p:cxnSp>
        <p:nvCxnSpPr>
          <p:cNvPr id="21" name="Straight Arrow Connector 20">
            <a:extLst>
              <a:ext uri="{FF2B5EF4-FFF2-40B4-BE49-F238E27FC236}">
                <a16:creationId xmlns:a16="http://schemas.microsoft.com/office/drawing/2014/main" id="{E2E58D11-45B7-3D90-3A47-854C771A23F6}"/>
              </a:ext>
            </a:extLst>
          </p:cNvPr>
          <p:cNvCxnSpPr>
            <a:cxnSpLocks/>
          </p:cNvCxnSpPr>
          <p:nvPr/>
        </p:nvCxnSpPr>
        <p:spPr>
          <a:xfrm flipH="1" flipV="1">
            <a:off x="6827520" y="4922520"/>
            <a:ext cx="471394" cy="441960"/>
          </a:xfrm>
          <a:prstGeom prst="straightConnector1">
            <a:avLst/>
          </a:prstGeom>
          <a:ln w="19050" cap="flat" cmpd="sng" algn="ctr">
            <a:solidFill>
              <a:schemeClr val="accent3"/>
            </a:solidFill>
            <a:prstDash val="solid"/>
            <a:round/>
            <a:headEnd type="none" w="med" len="med"/>
            <a:tailEnd type="arrow" w="med" len="med"/>
          </a:ln>
          <a:effectLst>
            <a:glow rad="63500">
              <a:schemeClr val="accent1">
                <a:satMod val="175000"/>
                <a:alpha val="40000"/>
              </a:schemeClr>
            </a:glow>
          </a:effectLst>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ABC3C58E-367F-D580-DF81-FA69CF93DB84}"/>
              </a:ext>
            </a:extLst>
          </p:cNvPr>
          <p:cNvCxnSpPr>
            <a:cxnSpLocks/>
          </p:cNvCxnSpPr>
          <p:nvPr/>
        </p:nvCxnSpPr>
        <p:spPr>
          <a:xfrm flipV="1">
            <a:off x="4672714" y="4922520"/>
            <a:ext cx="514791" cy="368780"/>
          </a:xfrm>
          <a:prstGeom prst="straightConnector1">
            <a:avLst/>
          </a:prstGeom>
          <a:ln w="19050" cap="flat" cmpd="sng" algn="ctr">
            <a:solidFill>
              <a:schemeClr val="accent3"/>
            </a:solidFill>
            <a:prstDash val="solid"/>
            <a:round/>
            <a:headEnd type="none" w="med" len="med"/>
            <a:tailEnd type="arrow" w="med" len="med"/>
          </a:ln>
          <a:effectLst>
            <a:glow rad="63500">
              <a:schemeClr val="accent1">
                <a:satMod val="175000"/>
                <a:alpha val="40000"/>
              </a:schemeClr>
            </a:glow>
          </a:effectLst>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212917468"/>
      </p:ext>
    </p:extLst>
  </p:cSld>
  <p:clrMapOvr>
    <a:masterClrMapping/>
  </p:clrMapOvr>
  <mc:AlternateContent xmlns:mc="http://schemas.openxmlformats.org/markup-compatibility/2006" xmlns:p14="http://schemas.microsoft.com/office/powerpoint/2010/main">
    <mc:Choice Requires="p14">
      <p:transition spd="slow" p14:dur="8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2)">
                                      <p:cBhvr>
                                        <p:cTn id="7" dur="1000"/>
                                        <p:tgtEl>
                                          <p:spTgt spid="8"/>
                                        </p:tgtEl>
                                      </p:cBhvr>
                                    </p:animEffect>
                                  </p:childTnLst>
                                </p:cTn>
                              </p:par>
                              <p:par>
                                <p:cTn id="8" presetID="21" presetClass="entr" presetSubtype="2"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2)">
                                      <p:cBhvr>
                                        <p:cTn id="10" dur="1000"/>
                                        <p:tgtEl>
                                          <p:spTgt spid="7"/>
                                        </p:tgtEl>
                                      </p:cBhvr>
                                    </p:animEffect>
                                  </p:childTnLst>
                                </p:cTn>
                              </p:par>
                              <p:par>
                                <p:cTn id="11" presetID="21" presetClass="entr" presetSubtype="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heel(2)">
                                      <p:cBhvr>
                                        <p:cTn id="13" dur="1000"/>
                                        <p:tgtEl>
                                          <p:spTgt spid="12"/>
                                        </p:tgtEl>
                                      </p:cBhvr>
                                    </p:animEffect>
                                  </p:childTnLst>
                                </p:cTn>
                              </p:par>
                              <p:par>
                                <p:cTn id="14" presetID="21" presetClass="entr" presetSubtype="2"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heel(2)">
                                      <p:cBhvr>
                                        <p:cTn id="16" dur="1000"/>
                                        <p:tgtEl>
                                          <p:spTgt spid="9"/>
                                        </p:tgtEl>
                                      </p:cBhvr>
                                    </p:animEffect>
                                  </p:childTnLst>
                                </p:cTn>
                              </p:par>
                              <p:par>
                                <p:cTn id="17" presetID="21" presetClass="entr" presetSubtype="2"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heel(2)">
                                      <p:cBhvr>
                                        <p:cTn id="19" dur="1000"/>
                                        <p:tgtEl>
                                          <p:spTgt spid="11"/>
                                        </p:tgtEl>
                                      </p:cBhvr>
                                    </p:animEffect>
                                  </p:childTnLst>
                                </p:cTn>
                              </p:par>
                              <p:par>
                                <p:cTn id="20" presetID="21" presetClass="entr" presetSubtype="2"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heel(2)">
                                      <p:cBhvr>
                                        <p:cTn id="22" dur="1000"/>
                                        <p:tgtEl>
                                          <p:spTgt spid="10"/>
                                        </p:tgtEl>
                                      </p:cBhvr>
                                    </p:animEffect>
                                  </p:childTnLst>
                                </p:cTn>
                              </p:par>
                              <p:par>
                                <p:cTn id="23" presetID="16" presetClass="entr" presetSubtype="21"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arn(inVertical)">
                                      <p:cBhvr>
                                        <p:cTn id="25" dur="500"/>
                                        <p:tgtEl>
                                          <p:spTgt spid="14"/>
                                        </p:tgtEl>
                                      </p:cBhvr>
                                    </p:animEffect>
                                  </p:childTnLst>
                                </p:cTn>
                              </p:par>
                              <p:par>
                                <p:cTn id="26" presetID="16" presetClass="entr" presetSubtype="21" fill="hold"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barn(inVertical)">
                                      <p:cBhvr>
                                        <p:cTn id="28" dur="500"/>
                                        <p:tgtEl>
                                          <p:spTgt spid="24"/>
                                        </p:tgtEl>
                                      </p:cBhvr>
                                    </p:animEffect>
                                  </p:childTnLst>
                                </p:cTn>
                              </p:par>
                              <p:par>
                                <p:cTn id="29" presetID="16" presetClass="entr" presetSubtype="21"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barn(inVertical)">
                                      <p:cBhvr>
                                        <p:cTn id="31" dur="500"/>
                                        <p:tgtEl>
                                          <p:spTgt spid="21"/>
                                        </p:tgtEl>
                                      </p:cBhvr>
                                    </p:animEffect>
                                  </p:childTnLst>
                                </p:cTn>
                              </p:par>
                              <p:par>
                                <p:cTn id="32" presetID="16" presetClass="entr" presetSubtype="21"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arn(inVertical)">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A purple and black background&#10;&#10;Description automatically generated">
            <a:extLst>
              <a:ext uri="{FF2B5EF4-FFF2-40B4-BE49-F238E27FC236}">
                <a16:creationId xmlns:a16="http://schemas.microsoft.com/office/drawing/2014/main" id="{C5CF461B-8957-92C4-3BCA-7FF9A5741484}"/>
              </a:ext>
            </a:extLst>
          </p:cNvPr>
          <p:cNvPicPr>
            <a:picLocks noChangeAspect="1"/>
          </p:cNvPicPr>
          <p:nvPr/>
        </p:nvPicPr>
        <p:blipFill rotWithShape="1">
          <a:blip r:embed="rId2"/>
          <a:srcRect t="10006" b="5724"/>
          <a:stretch/>
        </p:blipFill>
        <p:spPr>
          <a:xfrm>
            <a:off x="20" y="10"/>
            <a:ext cx="12191980" cy="685799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4" name="Rectangle 63">
            <a:extLst>
              <a:ext uri="{FF2B5EF4-FFF2-40B4-BE49-F238E27FC236}">
                <a16:creationId xmlns:a16="http://schemas.microsoft.com/office/drawing/2014/main" id="{767E5D14-5396-4D7B-996A-7BFD00576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500" y="1"/>
            <a:ext cx="10033000" cy="6858000"/>
          </a:xfrm>
          <a:prstGeom prst="rect">
            <a:avLst/>
          </a:prstGeom>
          <a:gradFill flip="none" rotWithShape="1">
            <a:gsLst>
              <a:gs pos="40000">
                <a:srgbClr val="000000">
                  <a:alpha val="35000"/>
                </a:srgbClr>
              </a:gs>
              <a:gs pos="60000">
                <a:srgbClr val="000000">
                  <a:alpha val="35000"/>
                </a:srgbClr>
              </a:gs>
              <a:gs pos="20000">
                <a:srgbClr val="000000">
                  <a:alpha val="20000"/>
                </a:srgbClr>
              </a:gs>
              <a:gs pos="0">
                <a:srgbClr val="000000">
                  <a:alpha val="0"/>
                </a:srgbClr>
              </a:gs>
              <a:gs pos="100000">
                <a:srgbClr val="000000">
                  <a:alpha val="0"/>
                </a:srgbClr>
              </a:gs>
              <a:gs pos="80000">
                <a:srgbClr val="000000">
                  <a:alpha val="2000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9D083E8C-D051-54C9-1DDD-FF81DCADF02E}"/>
              </a:ext>
            </a:extLst>
          </p:cNvPr>
          <p:cNvSpPr>
            <a:spLocks noGrp="1"/>
          </p:cNvSpPr>
          <p:nvPr>
            <p:ph type="ctrTitle"/>
          </p:nvPr>
        </p:nvSpPr>
        <p:spPr>
          <a:xfrm>
            <a:off x="2197100" y="1516587"/>
            <a:ext cx="7797800" cy="1532951"/>
          </a:xfrm>
        </p:spPr>
        <p:txBody>
          <a:bodyPr>
            <a:noAutofit/>
          </a:bodyPr>
          <a:lstStyle/>
          <a:p>
            <a:pPr rtl="1">
              <a:lnSpc>
                <a:spcPct val="90000"/>
              </a:lnSpc>
              <a:spcAft>
                <a:spcPts val="800"/>
              </a:spcAft>
            </a:pPr>
            <a:r>
              <a:rPr lang="en-US" sz="2400" b="1" i="1" spc="50" dirty="0">
                <a:solidFill>
                  <a:srgbClr val="FFFFFF"/>
                </a:solidFill>
                <a:latin typeface="+mn-lt"/>
                <a:ea typeface="+mn-ea"/>
                <a:cs typeface="+mn-cs"/>
              </a:rPr>
              <a:t>Submitted by:</a:t>
            </a:r>
            <a:br>
              <a:rPr lang="en-IL" sz="2400" b="1" i="1" spc="50" dirty="0">
                <a:solidFill>
                  <a:srgbClr val="FFFFFF"/>
                </a:solidFill>
                <a:latin typeface="+mn-lt"/>
                <a:ea typeface="+mn-ea"/>
                <a:cs typeface="+mn-cs"/>
              </a:rPr>
            </a:br>
            <a:r>
              <a:rPr lang="en-US" sz="2400" b="1" i="1" spc="50" dirty="0">
                <a:solidFill>
                  <a:srgbClr val="FFFFFF"/>
                </a:solidFill>
                <a:latin typeface="+mn-lt"/>
                <a:ea typeface="+mn-ea"/>
                <a:cs typeface="+mn-cs"/>
              </a:rPr>
              <a:t>1. Layla hallumi – 212930952</a:t>
            </a:r>
            <a:br>
              <a:rPr lang="en-IL" sz="2400" b="1" i="1" spc="50" dirty="0">
                <a:solidFill>
                  <a:srgbClr val="FFFFFF"/>
                </a:solidFill>
                <a:latin typeface="+mn-lt"/>
                <a:ea typeface="+mn-ea"/>
                <a:cs typeface="+mn-cs"/>
              </a:rPr>
            </a:br>
            <a:r>
              <a:rPr lang="en-US" sz="2400" b="1" i="1" spc="50" dirty="0">
                <a:solidFill>
                  <a:srgbClr val="FFFFFF"/>
                </a:solidFill>
                <a:latin typeface="+mn-lt"/>
                <a:ea typeface="+mn-ea"/>
                <a:cs typeface="+mn-cs"/>
              </a:rPr>
              <a:t>2. Mohammad Amara – 214578007 </a:t>
            </a:r>
            <a:br>
              <a:rPr lang="en-IL" sz="2400" b="1" i="1" spc="50" dirty="0">
                <a:solidFill>
                  <a:srgbClr val="FFFFFF"/>
                </a:solidFill>
                <a:latin typeface="+mn-lt"/>
                <a:ea typeface="+mn-ea"/>
                <a:cs typeface="+mn-cs"/>
              </a:rPr>
            </a:br>
            <a:r>
              <a:rPr lang="en-US" sz="2400" b="1" i="1" spc="50" dirty="0">
                <a:solidFill>
                  <a:srgbClr val="FFFFFF"/>
                </a:solidFill>
                <a:latin typeface="+mn-lt"/>
                <a:ea typeface="+mn-ea"/>
                <a:cs typeface="+mn-cs"/>
              </a:rPr>
              <a:t>3. </a:t>
            </a:r>
            <a:r>
              <a:rPr lang="en-US" sz="2400" b="1" i="1" spc="50" dirty="0" err="1">
                <a:solidFill>
                  <a:srgbClr val="FFFFFF"/>
                </a:solidFill>
                <a:latin typeface="+mn-lt"/>
                <a:ea typeface="+mn-ea"/>
                <a:cs typeface="+mn-cs"/>
              </a:rPr>
              <a:t>Fozi</a:t>
            </a:r>
            <a:r>
              <a:rPr lang="en-US" sz="2400" b="1" i="1" spc="50" dirty="0">
                <a:solidFill>
                  <a:srgbClr val="FFFFFF"/>
                </a:solidFill>
                <a:latin typeface="+mn-lt"/>
                <a:ea typeface="+mn-ea"/>
                <a:cs typeface="+mn-cs"/>
              </a:rPr>
              <a:t> Sayed Ahmad – 213912215 </a:t>
            </a:r>
            <a:br>
              <a:rPr lang="en-IL" sz="2400" b="1" i="1" spc="50" dirty="0">
                <a:solidFill>
                  <a:srgbClr val="FFFFFF"/>
                </a:solidFill>
                <a:latin typeface="+mn-lt"/>
                <a:ea typeface="+mn-ea"/>
                <a:cs typeface="+mn-cs"/>
              </a:rPr>
            </a:br>
            <a:r>
              <a:rPr lang="en-US" sz="2400" b="1" i="1" spc="50" dirty="0">
                <a:solidFill>
                  <a:srgbClr val="FFFFFF"/>
                </a:solidFill>
                <a:latin typeface="+mn-lt"/>
                <a:ea typeface="+mn-ea"/>
                <a:cs typeface="+mn-cs"/>
              </a:rPr>
              <a:t>4. Waseem Sayed Ahmad – 212687073</a:t>
            </a:r>
            <a:br>
              <a:rPr lang="en-IL" sz="2400" b="1" i="1" spc="50" dirty="0">
                <a:solidFill>
                  <a:srgbClr val="FFFFFF"/>
                </a:solidFill>
                <a:latin typeface="+mn-lt"/>
                <a:ea typeface="+mn-ea"/>
                <a:cs typeface="+mn-cs"/>
              </a:rPr>
            </a:br>
            <a:r>
              <a:rPr lang="en-US" sz="2400" b="1" i="1" spc="50" dirty="0">
                <a:solidFill>
                  <a:srgbClr val="FFFFFF"/>
                </a:solidFill>
                <a:latin typeface="+mn-lt"/>
                <a:ea typeface="+mn-ea"/>
                <a:cs typeface="+mn-cs"/>
              </a:rPr>
              <a:t>5. </a:t>
            </a:r>
            <a:r>
              <a:rPr lang="en-US" sz="2400" b="1" i="1" spc="50" dirty="0" err="1">
                <a:solidFill>
                  <a:srgbClr val="FFFFFF"/>
                </a:solidFill>
                <a:latin typeface="+mn-lt"/>
                <a:ea typeface="+mn-ea"/>
                <a:cs typeface="+mn-cs"/>
              </a:rPr>
              <a:t>Nmr</a:t>
            </a:r>
            <a:r>
              <a:rPr lang="en-US" sz="2400" b="1" i="1" spc="50" dirty="0">
                <a:solidFill>
                  <a:srgbClr val="FFFFFF"/>
                </a:solidFill>
                <a:latin typeface="+mn-lt"/>
                <a:ea typeface="+mn-ea"/>
                <a:cs typeface="+mn-cs"/>
              </a:rPr>
              <a:t> Ziad -212018535</a:t>
            </a:r>
            <a:br>
              <a:rPr lang="en-IL" sz="2400" b="1" i="1" spc="50" dirty="0">
                <a:solidFill>
                  <a:srgbClr val="FFFFFF"/>
                </a:solidFill>
                <a:latin typeface="+mn-lt"/>
                <a:ea typeface="+mn-ea"/>
                <a:cs typeface="+mn-cs"/>
              </a:rPr>
            </a:br>
            <a:r>
              <a:rPr lang="en-US" sz="2400" b="1" i="1" spc="50" dirty="0">
                <a:solidFill>
                  <a:srgbClr val="FFFFFF"/>
                </a:solidFill>
                <a:latin typeface="+mn-lt"/>
                <a:ea typeface="+mn-ea"/>
                <a:cs typeface="+mn-cs"/>
              </a:rPr>
              <a:t> </a:t>
            </a:r>
            <a:br>
              <a:rPr lang="en-IL" sz="2400" b="1" i="1" spc="50" dirty="0">
                <a:solidFill>
                  <a:srgbClr val="FFFFFF"/>
                </a:solidFill>
                <a:latin typeface="+mn-lt"/>
                <a:ea typeface="+mn-ea"/>
                <a:cs typeface="+mn-cs"/>
              </a:rPr>
            </a:br>
            <a:endParaRPr lang="en-IL" sz="2400" b="1" i="1" spc="50" dirty="0">
              <a:solidFill>
                <a:srgbClr val="FFFFFF"/>
              </a:solidFill>
              <a:latin typeface="+mn-lt"/>
              <a:ea typeface="+mn-ea"/>
              <a:cs typeface="+mn-cs"/>
            </a:endParaRPr>
          </a:p>
        </p:txBody>
      </p:sp>
      <p:grpSp>
        <p:nvGrpSpPr>
          <p:cNvPr id="65" name="Group 64">
            <a:extLst>
              <a:ext uri="{FF2B5EF4-FFF2-40B4-BE49-F238E27FC236}">
                <a16:creationId xmlns:a16="http://schemas.microsoft.com/office/drawing/2014/main" id="{E14350AE-EC1C-4F25-89C0-954A46AD81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87925" y="2840038"/>
            <a:ext cx="2216150" cy="1177924"/>
            <a:chOff x="4987925" y="2840038"/>
            <a:chExt cx="2216150" cy="1177924"/>
          </a:xfrm>
        </p:grpSpPr>
        <p:sp>
          <p:nvSpPr>
            <p:cNvPr id="66" name="Rectangle 65">
              <a:extLst>
                <a:ext uri="{FF2B5EF4-FFF2-40B4-BE49-F238E27FC236}">
                  <a16:creationId xmlns:a16="http://schemas.microsoft.com/office/drawing/2014/main" id="{AE4B8450-1C95-4531-850D-7F686ACF70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 name="Group 50">
              <a:extLst>
                <a:ext uri="{FF2B5EF4-FFF2-40B4-BE49-F238E27FC236}">
                  <a16:creationId xmlns:a16="http://schemas.microsoft.com/office/drawing/2014/main" id="{769F795D-66E2-4432-87F1-7E13EA568E8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7" name="Group 66">
                <a:extLst>
                  <a:ext uri="{FF2B5EF4-FFF2-40B4-BE49-F238E27FC236}">
                    <a16:creationId xmlns:a16="http://schemas.microsoft.com/office/drawing/2014/main" id="{E870852C-150C-4471-870D-11A27F4654A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68" name="Freeform 68">
                  <a:extLst>
                    <a:ext uri="{FF2B5EF4-FFF2-40B4-BE49-F238E27FC236}">
                      <a16:creationId xmlns:a16="http://schemas.microsoft.com/office/drawing/2014/main" id="{81089950-4556-4EE5-B23C-9FA83C28F1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12CF34BC-E280-4CBF-AF4A-7F778162E8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Line 70">
                  <a:extLst>
                    <a:ext uri="{FF2B5EF4-FFF2-40B4-BE49-F238E27FC236}">
                      <a16:creationId xmlns:a16="http://schemas.microsoft.com/office/drawing/2014/main" id="{22B8AF45-EA47-4AF8-B61A-9803450AE8D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3" name="Group 52">
                <a:extLst>
                  <a:ext uri="{FF2B5EF4-FFF2-40B4-BE49-F238E27FC236}">
                    <a16:creationId xmlns:a16="http://schemas.microsoft.com/office/drawing/2014/main" id="{443807CF-0501-40E7-BFD0-D82647E71EA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71" name="Freeform 68">
                  <a:extLst>
                    <a:ext uri="{FF2B5EF4-FFF2-40B4-BE49-F238E27FC236}">
                      <a16:creationId xmlns:a16="http://schemas.microsoft.com/office/drawing/2014/main" id="{776C808B-231E-40AC-849E-C32F2B8E2F4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69">
                  <a:extLst>
                    <a:ext uri="{FF2B5EF4-FFF2-40B4-BE49-F238E27FC236}">
                      <a16:creationId xmlns:a16="http://schemas.microsoft.com/office/drawing/2014/main" id="{2363355C-504A-42FE-8E50-40CA0B20AF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Line 70">
                  <a:extLst>
                    <a:ext uri="{FF2B5EF4-FFF2-40B4-BE49-F238E27FC236}">
                      <a16:creationId xmlns:a16="http://schemas.microsoft.com/office/drawing/2014/main" id="{938C58D4-333C-44D7-B4AB-5550D5C8806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381830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with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C125DB0-E239-4F89-B04D-A0B36EDBAAAD}">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EDA63D-DE73-4ED5-BDF0-D3D9FD35E1ED}">
  <ds:schemaRefs>
    <ds:schemaRef ds:uri="http://schemas.microsoft.com/sharepoint/v3/contenttype/forms"/>
  </ds:schemaRefs>
</ds:datastoreItem>
</file>

<file path=customXml/itemProps2.xml><?xml version="1.0" encoding="utf-8"?>
<ds:datastoreItem xmlns:ds="http://schemas.openxmlformats.org/officeDocument/2006/customXml" ds:itemID="{C8AE25C0-66E9-4E74-9814-75E5D2A6CAB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8954E08-A2C8-44D4-BABF-5531D0DF1F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{8E6249F2-8C62-4618-92D3-F479EE70722F}tf11158769_win32</Template>
  <TotalTime>2157</TotalTime>
  <Words>524</Words>
  <Application>Microsoft Office PowerPoint</Application>
  <PresentationFormat>Widescreen</PresentationFormat>
  <Paragraphs>36</Paragraphs>
  <Slides>9</Slides>
  <Notes>5</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Avenir Next LT Pro</vt:lpstr>
      <vt:lpstr>Bell MT</vt:lpstr>
      <vt:lpstr>Calibri</vt:lpstr>
      <vt:lpstr>Goudy Old Style</vt:lpstr>
      <vt:lpstr>Wingdings</vt:lpstr>
      <vt:lpstr>FrostyVTI</vt:lpstr>
      <vt:lpstr>PowerPoint Presentation</vt:lpstr>
      <vt:lpstr>PowerPoint Presentation</vt:lpstr>
      <vt:lpstr>PowerPoint Presentation</vt:lpstr>
      <vt:lpstr>PowerPoint Presentation</vt:lpstr>
      <vt:lpstr>Target audience, market and relationships: </vt:lpstr>
      <vt:lpstr>Relative advantages: </vt:lpstr>
      <vt:lpstr>PowerPoint Presentation</vt:lpstr>
      <vt:lpstr>PowerPoint Presentation</vt:lpstr>
      <vt:lpstr>Submitted by: 1. Layla hallumi – 212930952 2. Mohammad Amara – 214578007  3. Fozi Sayed Ahmad – 213912215  4. Waseem Sayed Ahmad – 212687073 5. Nmr Ziad -212018535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layla hallumi</dc:creator>
  <cp:lastModifiedBy>layla hallumi</cp:lastModifiedBy>
  <cp:revision>1</cp:revision>
  <dcterms:created xsi:type="dcterms:W3CDTF">2024-07-07T13:25:56Z</dcterms:created>
  <dcterms:modified xsi:type="dcterms:W3CDTF">2024-07-14T21:29:31Z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